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erriweath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6c2891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46c2891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0150" y="-1"/>
            <a:ext cx="2959976" cy="29599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71150" y="3053325"/>
            <a:ext cx="7063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PRESENTED BY: RAUSHAN KUMAR 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ENROLMENT NO : 24103023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</a:rPr>
              <a:t>TOPIC :</a:t>
            </a:r>
            <a:r>
              <a:rPr b="1" lang="en-US" sz="1900">
                <a:solidFill>
                  <a:schemeClr val="dk2"/>
                </a:solidFill>
              </a:rPr>
              <a:t> </a:t>
            </a:r>
            <a:r>
              <a:rPr b="1" lang="en-US" sz="2000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Day of the Week </a:t>
            </a:r>
            <a:r>
              <a:rPr b="1" lang="en-US" sz="1900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Finder</a:t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384F6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2897067" y="2014465"/>
            <a:ext cx="1533334" cy="2196093"/>
          </a:xfrm>
          <a:custGeom>
            <a:rect b="b" l="l" r="r" t="t"/>
            <a:pathLst>
              <a:path extrusionOk="0" h="2196093" w="1533334">
                <a:moveTo>
                  <a:pt x="0" y="410946"/>
                </a:moveTo>
                <a:lnTo>
                  <a:pt x="822074" y="410946"/>
                </a:lnTo>
                <a:lnTo>
                  <a:pt x="822074" y="0"/>
                </a:lnTo>
                <a:lnTo>
                  <a:pt x="1533334" y="1098041"/>
                </a:lnTo>
                <a:lnTo>
                  <a:pt x="822074" y="2196093"/>
                </a:lnTo>
                <a:lnTo>
                  <a:pt x="822074" y="1785146"/>
                </a:lnTo>
                <a:lnTo>
                  <a:pt x="0" y="1785146"/>
                </a:lnTo>
                <a:lnTo>
                  <a:pt x="0" y="410946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897067" y="2014465"/>
            <a:ext cx="1533333" cy="2196092"/>
          </a:xfrm>
          <a:custGeom>
            <a:rect b="b" l="l" r="r" t="t"/>
            <a:pathLst>
              <a:path extrusionOk="0" h="2196092" w="1533333">
                <a:moveTo>
                  <a:pt x="0" y="410944"/>
                </a:moveTo>
                <a:lnTo>
                  <a:pt x="822072" y="410944"/>
                </a:lnTo>
                <a:lnTo>
                  <a:pt x="822072" y="0"/>
                </a:lnTo>
                <a:lnTo>
                  <a:pt x="1533333" y="1098046"/>
                </a:lnTo>
                <a:lnTo>
                  <a:pt x="822072" y="2196092"/>
                </a:lnTo>
                <a:lnTo>
                  <a:pt x="822072" y="1785148"/>
                </a:lnTo>
                <a:lnTo>
                  <a:pt x="0" y="1785148"/>
                </a:lnTo>
                <a:lnTo>
                  <a:pt x="0" y="410944"/>
                </a:lnTo>
                <a:close/>
              </a:path>
            </a:pathLst>
          </a:custGeom>
          <a:noFill/>
          <a:ln cap="flat" cmpd="sng" w="25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28364" y="1986414"/>
            <a:ext cx="1533334" cy="2257405"/>
          </a:xfrm>
          <a:custGeom>
            <a:rect b="b" l="l" r="r" t="t"/>
            <a:pathLst>
              <a:path extrusionOk="0" h="2257405" w="1533334">
                <a:moveTo>
                  <a:pt x="1533334" y="1834991"/>
                </a:moveTo>
                <a:lnTo>
                  <a:pt x="711260" y="1834991"/>
                </a:lnTo>
                <a:lnTo>
                  <a:pt x="711260" y="2257405"/>
                </a:lnTo>
                <a:lnTo>
                  <a:pt x="0" y="1128702"/>
                </a:lnTo>
                <a:lnTo>
                  <a:pt x="711260" y="0"/>
                </a:lnTo>
                <a:lnTo>
                  <a:pt x="711260" y="422414"/>
                </a:lnTo>
                <a:lnTo>
                  <a:pt x="1533334" y="422414"/>
                </a:lnTo>
                <a:lnTo>
                  <a:pt x="1533334" y="1834991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528364" y="1986414"/>
            <a:ext cx="1533333" cy="2257408"/>
          </a:xfrm>
          <a:custGeom>
            <a:rect b="b" l="l" r="r" t="t"/>
            <a:pathLst>
              <a:path extrusionOk="0" h="2257408" w="1533333">
                <a:moveTo>
                  <a:pt x="1533333" y="1834990"/>
                </a:moveTo>
                <a:lnTo>
                  <a:pt x="711261" y="1834990"/>
                </a:lnTo>
                <a:lnTo>
                  <a:pt x="711261" y="2257408"/>
                </a:lnTo>
                <a:lnTo>
                  <a:pt x="0" y="1128704"/>
                </a:lnTo>
                <a:lnTo>
                  <a:pt x="711261" y="0"/>
                </a:lnTo>
                <a:lnTo>
                  <a:pt x="711261" y="422418"/>
                </a:lnTo>
                <a:lnTo>
                  <a:pt x="1533333" y="422418"/>
                </a:lnTo>
                <a:lnTo>
                  <a:pt x="1533333" y="1834990"/>
                </a:lnTo>
                <a:close/>
              </a:path>
            </a:pathLst>
          </a:custGeom>
          <a:noFill/>
          <a:ln cap="flat" cmpd="sng" w="25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2483919" y="1781942"/>
            <a:ext cx="408888" cy="2248919"/>
          </a:xfrm>
          <a:custGeom>
            <a:rect b="b" l="l" r="r" t="t"/>
            <a:pathLst>
              <a:path extrusionOk="0" h="2248919" w="408888">
                <a:moveTo>
                  <a:pt x="408888" y="1328916"/>
                </a:moveTo>
                <a:lnTo>
                  <a:pt x="204444" y="1328916"/>
                </a:lnTo>
                <a:moveTo>
                  <a:pt x="0" y="2248919"/>
                </a:moveTo>
                <a:lnTo>
                  <a:pt x="90144" y="2248919"/>
                </a:lnTo>
                <a:cubicBezTo>
                  <a:pt x="153270" y="2248919"/>
                  <a:pt x="204444" y="2197746"/>
                  <a:pt x="204444" y="2134619"/>
                </a:cubicBezTo>
                <a:lnTo>
                  <a:pt x="204444" y="114300"/>
                </a:lnTo>
                <a:cubicBezTo>
                  <a:pt x="204444" y="51173"/>
                  <a:pt x="153270" y="0"/>
                  <a:pt x="90144" y="0"/>
                </a:cubicBezTo>
                <a:lnTo>
                  <a:pt x="0" y="0"/>
                </a:lnTo>
                <a:moveTo>
                  <a:pt x="204444" y="1022182"/>
                </a:moveTo>
                <a:lnTo>
                  <a:pt x="0" y="1022182"/>
                </a:lnTo>
              </a:path>
            </a:pathLst>
          </a:custGeom>
          <a:noFill/>
          <a:ln cap="flat" cmpd="sng" w="25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061699" y="1705230"/>
            <a:ext cx="417407" cy="2402343"/>
          </a:xfrm>
          <a:custGeom>
            <a:rect b="b" l="l" r="r" t="t"/>
            <a:pathLst>
              <a:path extrusionOk="0" h="2402343" w="417407">
                <a:moveTo>
                  <a:pt x="0" y="1405629"/>
                </a:moveTo>
                <a:lnTo>
                  <a:pt x="208703" y="1405629"/>
                </a:lnTo>
                <a:moveTo>
                  <a:pt x="417407" y="0"/>
                </a:moveTo>
                <a:lnTo>
                  <a:pt x="323003" y="0"/>
                </a:lnTo>
                <a:cubicBezTo>
                  <a:pt x="259877" y="0"/>
                  <a:pt x="208703" y="51173"/>
                  <a:pt x="208703" y="114300"/>
                </a:cubicBezTo>
                <a:lnTo>
                  <a:pt x="208703" y="2288043"/>
                </a:lnTo>
                <a:cubicBezTo>
                  <a:pt x="208703" y="2351169"/>
                  <a:pt x="259877" y="2402343"/>
                  <a:pt x="323003" y="2402343"/>
                </a:cubicBezTo>
                <a:lnTo>
                  <a:pt x="417407" y="2402343"/>
                </a:lnTo>
                <a:moveTo>
                  <a:pt x="417407" y="1022247"/>
                </a:moveTo>
                <a:lnTo>
                  <a:pt x="208703" y="1022247"/>
                </a:lnTo>
              </a:path>
            </a:pathLst>
          </a:custGeom>
          <a:noFill/>
          <a:ln cap="flat" cmpd="sng" w="255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209228" y="2804126"/>
            <a:ext cx="590550" cy="615000"/>
          </a:xfrm>
          <a:custGeom>
            <a:rect b="b" l="l" r="r" t="t"/>
            <a:pathLst>
              <a:path extrusionOk="0" h="615000" w="590550">
                <a:moveTo>
                  <a:pt x="513626" y="66"/>
                </a:moveTo>
                <a:lnTo>
                  <a:pt x="258070" y="66"/>
                </a:lnTo>
                <a:cubicBezTo>
                  <a:pt x="215722" y="66"/>
                  <a:pt x="181403" y="34394"/>
                  <a:pt x="181403" y="76733"/>
                </a:cubicBezTo>
                <a:lnTo>
                  <a:pt x="181403" y="219846"/>
                </a:lnTo>
                <a:cubicBezTo>
                  <a:pt x="181356" y="222170"/>
                  <a:pt x="180098" y="224304"/>
                  <a:pt x="178079" y="225466"/>
                </a:cubicBezTo>
                <a:cubicBezTo>
                  <a:pt x="134378" y="249488"/>
                  <a:pt x="53882" y="300342"/>
                  <a:pt x="53882" y="349415"/>
                </a:cubicBezTo>
                <a:lnTo>
                  <a:pt x="53882" y="468249"/>
                </a:lnTo>
                <a:cubicBezTo>
                  <a:pt x="54206" y="469506"/>
                  <a:pt x="54206" y="470820"/>
                  <a:pt x="53882" y="472078"/>
                </a:cubicBezTo>
                <a:lnTo>
                  <a:pt x="8134" y="534685"/>
                </a:lnTo>
                <a:cubicBezTo>
                  <a:pt x="0" y="546134"/>
                  <a:pt x="2628" y="561994"/>
                  <a:pt x="14011" y="570214"/>
                </a:cubicBezTo>
                <a:cubicBezTo>
                  <a:pt x="18326" y="573338"/>
                  <a:pt x="23507" y="575033"/>
                  <a:pt x="28832" y="575062"/>
                </a:cubicBezTo>
                <a:cubicBezTo>
                  <a:pt x="37147" y="575109"/>
                  <a:pt x="44967" y="571109"/>
                  <a:pt x="49787" y="564337"/>
                </a:cubicBezTo>
                <a:lnTo>
                  <a:pt x="100898" y="493290"/>
                </a:lnTo>
                <a:cubicBezTo>
                  <a:pt x="104022" y="488975"/>
                  <a:pt x="105727" y="483793"/>
                  <a:pt x="105756" y="478469"/>
                </a:cubicBezTo>
                <a:lnTo>
                  <a:pt x="105756" y="350691"/>
                </a:lnTo>
                <a:cubicBezTo>
                  <a:pt x="105756" y="335356"/>
                  <a:pt x="159172" y="299580"/>
                  <a:pt x="172202" y="289864"/>
                </a:cubicBezTo>
                <a:cubicBezTo>
                  <a:pt x="174202" y="288712"/>
                  <a:pt x="176650" y="288674"/>
                  <a:pt x="178688" y="289760"/>
                </a:cubicBezTo>
                <a:cubicBezTo>
                  <a:pt x="180717" y="290855"/>
                  <a:pt x="182032" y="292931"/>
                  <a:pt x="182165" y="295236"/>
                </a:cubicBezTo>
                <a:lnTo>
                  <a:pt x="182165" y="350177"/>
                </a:lnTo>
                <a:cubicBezTo>
                  <a:pt x="182146" y="351929"/>
                  <a:pt x="181403" y="353587"/>
                  <a:pt x="180127" y="354777"/>
                </a:cubicBezTo>
                <a:lnTo>
                  <a:pt x="162744" y="372151"/>
                </a:lnTo>
                <a:cubicBezTo>
                  <a:pt x="155276" y="379637"/>
                  <a:pt x="155276" y="391763"/>
                  <a:pt x="162744" y="399240"/>
                </a:cubicBezTo>
                <a:cubicBezTo>
                  <a:pt x="170335" y="406450"/>
                  <a:pt x="182241" y="406450"/>
                  <a:pt x="189833" y="399240"/>
                </a:cubicBezTo>
                <a:lnTo>
                  <a:pt x="245802" y="342509"/>
                </a:lnTo>
                <a:cubicBezTo>
                  <a:pt x="250859" y="337613"/>
                  <a:pt x="258889" y="337613"/>
                  <a:pt x="263947" y="342509"/>
                </a:cubicBezTo>
                <a:cubicBezTo>
                  <a:pt x="266433" y="344814"/>
                  <a:pt x="267823" y="348062"/>
                  <a:pt x="267776" y="351453"/>
                </a:cubicBezTo>
                <a:cubicBezTo>
                  <a:pt x="267538" y="355558"/>
                  <a:pt x="265699" y="359406"/>
                  <a:pt x="262670" y="362188"/>
                </a:cubicBezTo>
                <a:lnTo>
                  <a:pt x="179355" y="460067"/>
                </a:lnTo>
                <a:cubicBezTo>
                  <a:pt x="176431" y="463486"/>
                  <a:pt x="174802" y="467829"/>
                  <a:pt x="174755" y="472335"/>
                </a:cubicBezTo>
                <a:lnTo>
                  <a:pt x="174755" y="518845"/>
                </a:lnTo>
                <a:cubicBezTo>
                  <a:pt x="171097" y="534095"/>
                  <a:pt x="163620" y="548163"/>
                  <a:pt x="153038" y="559736"/>
                </a:cubicBezTo>
                <a:cubicBezTo>
                  <a:pt x="147351" y="566947"/>
                  <a:pt x="141293" y="573852"/>
                  <a:pt x="134893" y="580434"/>
                </a:cubicBezTo>
                <a:cubicBezTo>
                  <a:pt x="127415" y="587921"/>
                  <a:pt x="127415" y="600036"/>
                  <a:pt x="134893" y="607523"/>
                </a:cubicBezTo>
                <a:cubicBezTo>
                  <a:pt x="142370" y="615000"/>
                  <a:pt x="154495" y="615000"/>
                  <a:pt x="161982" y="607523"/>
                </a:cubicBezTo>
                <a:cubicBezTo>
                  <a:pt x="170287" y="598912"/>
                  <a:pt x="178136" y="589864"/>
                  <a:pt x="185489" y="580434"/>
                </a:cubicBezTo>
                <a:cubicBezTo>
                  <a:pt x="186604" y="578710"/>
                  <a:pt x="188556" y="577738"/>
                  <a:pt x="190604" y="577881"/>
                </a:cubicBezTo>
                <a:cubicBezTo>
                  <a:pt x="192671" y="577891"/>
                  <a:pt x="194595" y="578948"/>
                  <a:pt x="195710" y="580691"/>
                </a:cubicBezTo>
                <a:cubicBezTo>
                  <a:pt x="210016" y="601132"/>
                  <a:pt x="233372" y="613333"/>
                  <a:pt x="258327" y="613400"/>
                </a:cubicBezTo>
                <a:lnTo>
                  <a:pt x="513883" y="613400"/>
                </a:lnTo>
                <a:cubicBezTo>
                  <a:pt x="556221" y="613400"/>
                  <a:pt x="590550" y="579072"/>
                  <a:pt x="590550" y="536733"/>
                </a:cubicBezTo>
                <a:lnTo>
                  <a:pt x="590550" y="76733"/>
                </a:lnTo>
                <a:cubicBezTo>
                  <a:pt x="590550" y="56359"/>
                  <a:pt x="582434" y="36814"/>
                  <a:pt x="568004" y="22431"/>
                </a:cubicBezTo>
                <a:cubicBezTo>
                  <a:pt x="553564" y="8048"/>
                  <a:pt x="534000" y="0"/>
                  <a:pt x="513626" y="66"/>
                </a:cubicBezTo>
                <a:moveTo>
                  <a:pt x="392487" y="577881"/>
                </a:moveTo>
                <a:cubicBezTo>
                  <a:pt x="378380" y="577881"/>
                  <a:pt x="366931" y="566432"/>
                  <a:pt x="366931" y="552326"/>
                </a:cubicBezTo>
                <a:cubicBezTo>
                  <a:pt x="366931" y="538210"/>
                  <a:pt x="378380" y="526770"/>
                  <a:pt x="392487" y="526770"/>
                </a:cubicBezTo>
                <a:cubicBezTo>
                  <a:pt x="406603" y="526770"/>
                  <a:pt x="418042" y="538210"/>
                  <a:pt x="418042" y="552326"/>
                </a:cubicBezTo>
                <a:cubicBezTo>
                  <a:pt x="418042" y="566432"/>
                  <a:pt x="406603" y="577881"/>
                  <a:pt x="392487" y="577881"/>
                </a:cubicBezTo>
                <a:moveTo>
                  <a:pt x="539181" y="460067"/>
                </a:moveTo>
                <a:cubicBezTo>
                  <a:pt x="539181" y="474183"/>
                  <a:pt x="527742" y="485622"/>
                  <a:pt x="513626" y="485622"/>
                </a:cubicBezTo>
                <a:lnTo>
                  <a:pt x="258070" y="485622"/>
                </a:lnTo>
                <a:cubicBezTo>
                  <a:pt x="243954" y="485622"/>
                  <a:pt x="232514" y="474183"/>
                  <a:pt x="232514" y="460067"/>
                </a:cubicBezTo>
                <a:cubicBezTo>
                  <a:pt x="232143" y="458638"/>
                  <a:pt x="232143" y="457142"/>
                  <a:pt x="232514" y="455723"/>
                </a:cubicBezTo>
                <a:cubicBezTo>
                  <a:pt x="297427" y="379056"/>
                  <a:pt x="304323" y="376247"/>
                  <a:pt x="304323" y="353501"/>
                </a:cubicBezTo>
                <a:cubicBezTo>
                  <a:pt x="304142" y="337566"/>
                  <a:pt x="296532" y="322621"/>
                  <a:pt x="283749" y="313096"/>
                </a:cubicBezTo>
                <a:cubicBezTo>
                  <a:pt x="270976" y="303571"/>
                  <a:pt x="254479" y="300561"/>
                  <a:pt x="239153" y="304942"/>
                </a:cubicBezTo>
                <a:cubicBezTo>
                  <a:pt x="237372" y="305781"/>
                  <a:pt x="235315" y="305781"/>
                  <a:pt x="233533" y="304942"/>
                </a:cubicBezTo>
                <a:cubicBezTo>
                  <a:pt x="231990" y="303714"/>
                  <a:pt x="231133" y="301809"/>
                  <a:pt x="231238" y="299837"/>
                </a:cubicBezTo>
                <a:lnTo>
                  <a:pt x="231238" y="89506"/>
                </a:lnTo>
                <a:cubicBezTo>
                  <a:pt x="231238" y="75399"/>
                  <a:pt x="242677" y="63950"/>
                  <a:pt x="256793" y="63950"/>
                </a:cubicBezTo>
                <a:lnTo>
                  <a:pt x="512349" y="63950"/>
                </a:lnTo>
                <a:cubicBezTo>
                  <a:pt x="526456" y="63950"/>
                  <a:pt x="537905" y="75399"/>
                  <a:pt x="537905" y="89506"/>
                </a:cubicBezTo>
                <a:lnTo>
                  <a:pt x="539181" y="460067"/>
                </a:lnTo>
                <a:moveTo>
                  <a:pt x="296913" y="153400"/>
                </a:moveTo>
                <a:cubicBezTo>
                  <a:pt x="296913" y="167516"/>
                  <a:pt x="308352" y="178955"/>
                  <a:pt x="322468" y="178955"/>
                </a:cubicBezTo>
                <a:cubicBezTo>
                  <a:pt x="336584" y="178955"/>
                  <a:pt x="348024" y="167516"/>
                  <a:pt x="348024" y="153400"/>
                </a:cubicBezTo>
                <a:cubicBezTo>
                  <a:pt x="348024" y="139284"/>
                  <a:pt x="336584" y="127844"/>
                  <a:pt x="322468" y="127844"/>
                </a:cubicBezTo>
                <a:cubicBezTo>
                  <a:pt x="308352" y="127844"/>
                  <a:pt x="296913" y="139284"/>
                  <a:pt x="296913" y="153400"/>
                </a:cubicBezTo>
                <a:moveTo>
                  <a:pt x="296913" y="281177"/>
                </a:moveTo>
                <a:cubicBezTo>
                  <a:pt x="296913" y="295294"/>
                  <a:pt x="308352" y="306733"/>
                  <a:pt x="322468" y="306733"/>
                </a:cubicBezTo>
                <a:cubicBezTo>
                  <a:pt x="336584" y="306733"/>
                  <a:pt x="348024" y="295294"/>
                  <a:pt x="348024" y="281177"/>
                </a:cubicBezTo>
                <a:cubicBezTo>
                  <a:pt x="348024" y="267061"/>
                  <a:pt x="336584" y="255622"/>
                  <a:pt x="322468" y="255622"/>
                </a:cubicBezTo>
                <a:cubicBezTo>
                  <a:pt x="308352" y="255622"/>
                  <a:pt x="296913" y="267061"/>
                  <a:pt x="296913" y="281177"/>
                </a:cubicBezTo>
                <a:moveTo>
                  <a:pt x="296913" y="408955"/>
                </a:moveTo>
                <a:cubicBezTo>
                  <a:pt x="296913" y="423071"/>
                  <a:pt x="308352" y="434511"/>
                  <a:pt x="322468" y="434511"/>
                </a:cubicBezTo>
                <a:cubicBezTo>
                  <a:pt x="336584" y="434511"/>
                  <a:pt x="348024" y="423071"/>
                  <a:pt x="348024" y="408955"/>
                </a:cubicBezTo>
                <a:cubicBezTo>
                  <a:pt x="348024" y="394839"/>
                  <a:pt x="336584" y="383400"/>
                  <a:pt x="322468" y="383400"/>
                </a:cubicBezTo>
                <a:cubicBezTo>
                  <a:pt x="308352" y="383400"/>
                  <a:pt x="296913" y="394839"/>
                  <a:pt x="296913" y="408955"/>
                </a:cubicBezTo>
                <a:moveTo>
                  <a:pt x="475802" y="134235"/>
                </a:moveTo>
                <a:lnTo>
                  <a:pt x="392487" y="134235"/>
                </a:lnTo>
                <a:cubicBezTo>
                  <a:pt x="381904" y="134235"/>
                  <a:pt x="373322" y="142817"/>
                  <a:pt x="373322" y="153400"/>
                </a:cubicBezTo>
                <a:cubicBezTo>
                  <a:pt x="373322" y="163982"/>
                  <a:pt x="381904" y="172564"/>
                  <a:pt x="392487" y="172564"/>
                </a:cubicBezTo>
                <a:lnTo>
                  <a:pt x="475802" y="172564"/>
                </a:lnTo>
                <a:cubicBezTo>
                  <a:pt x="486384" y="172564"/>
                  <a:pt x="494966" y="163982"/>
                  <a:pt x="494966" y="153400"/>
                </a:cubicBezTo>
                <a:cubicBezTo>
                  <a:pt x="494966" y="142817"/>
                  <a:pt x="486384" y="134235"/>
                  <a:pt x="475802" y="134235"/>
                </a:cubicBezTo>
                <a:moveTo>
                  <a:pt x="475802" y="262013"/>
                </a:moveTo>
                <a:lnTo>
                  <a:pt x="392487" y="262013"/>
                </a:lnTo>
                <a:cubicBezTo>
                  <a:pt x="381904" y="262013"/>
                  <a:pt x="373322" y="270595"/>
                  <a:pt x="373322" y="281177"/>
                </a:cubicBezTo>
                <a:cubicBezTo>
                  <a:pt x="373322" y="291760"/>
                  <a:pt x="381904" y="300342"/>
                  <a:pt x="392487" y="300342"/>
                </a:cubicBezTo>
                <a:lnTo>
                  <a:pt x="475802" y="300342"/>
                </a:lnTo>
                <a:cubicBezTo>
                  <a:pt x="486384" y="300342"/>
                  <a:pt x="494966" y="291760"/>
                  <a:pt x="494966" y="281177"/>
                </a:cubicBezTo>
                <a:cubicBezTo>
                  <a:pt x="494966" y="270595"/>
                  <a:pt x="486384" y="262013"/>
                  <a:pt x="475802" y="262013"/>
                </a:cubicBezTo>
                <a:moveTo>
                  <a:pt x="475802" y="389791"/>
                </a:moveTo>
                <a:lnTo>
                  <a:pt x="392487" y="389791"/>
                </a:lnTo>
                <a:cubicBezTo>
                  <a:pt x="381904" y="389791"/>
                  <a:pt x="373322" y="398373"/>
                  <a:pt x="373322" y="408955"/>
                </a:cubicBezTo>
                <a:cubicBezTo>
                  <a:pt x="373322" y="419538"/>
                  <a:pt x="381904" y="428120"/>
                  <a:pt x="392487" y="428120"/>
                </a:cubicBezTo>
                <a:lnTo>
                  <a:pt x="475802" y="428120"/>
                </a:lnTo>
                <a:cubicBezTo>
                  <a:pt x="486384" y="428120"/>
                  <a:pt x="494966" y="419538"/>
                  <a:pt x="494966" y="408955"/>
                </a:cubicBezTo>
                <a:cubicBezTo>
                  <a:pt x="494966" y="398373"/>
                  <a:pt x="486384" y="389791"/>
                  <a:pt x="475802" y="389791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153483" y="2807488"/>
            <a:ext cx="606799" cy="606742"/>
          </a:xfrm>
          <a:custGeom>
            <a:rect b="b" l="l" r="r" t="t"/>
            <a:pathLst>
              <a:path extrusionOk="0" h="606742" w="606799">
                <a:moveTo>
                  <a:pt x="358549" y="0"/>
                </a:moveTo>
                <a:cubicBezTo>
                  <a:pt x="372665" y="0"/>
                  <a:pt x="384105" y="11439"/>
                  <a:pt x="384105" y="25555"/>
                </a:cubicBezTo>
                <a:lnTo>
                  <a:pt x="384105" y="66979"/>
                </a:lnTo>
                <a:lnTo>
                  <a:pt x="443293" y="66979"/>
                </a:lnTo>
                <a:lnTo>
                  <a:pt x="443293" y="25555"/>
                </a:lnTo>
                <a:cubicBezTo>
                  <a:pt x="443293" y="11439"/>
                  <a:pt x="454733" y="0"/>
                  <a:pt x="468849" y="0"/>
                </a:cubicBezTo>
                <a:cubicBezTo>
                  <a:pt x="482965" y="0"/>
                  <a:pt x="494404" y="11439"/>
                  <a:pt x="494404" y="25555"/>
                </a:cubicBezTo>
                <a:lnTo>
                  <a:pt x="494404" y="71561"/>
                </a:lnTo>
                <a:cubicBezTo>
                  <a:pt x="512749" y="78571"/>
                  <a:pt x="527361" y="92906"/>
                  <a:pt x="534723" y="111118"/>
                </a:cubicBezTo>
                <a:lnTo>
                  <a:pt x="581244" y="111118"/>
                </a:lnTo>
                <a:cubicBezTo>
                  <a:pt x="595350" y="111118"/>
                  <a:pt x="606799" y="122558"/>
                  <a:pt x="606799" y="136674"/>
                </a:cubicBezTo>
                <a:cubicBezTo>
                  <a:pt x="606799" y="150790"/>
                  <a:pt x="595350" y="162229"/>
                  <a:pt x="581244" y="162229"/>
                </a:cubicBezTo>
                <a:lnTo>
                  <a:pt x="539791" y="162229"/>
                </a:lnTo>
                <a:lnTo>
                  <a:pt x="539791" y="222256"/>
                </a:lnTo>
                <a:lnTo>
                  <a:pt x="581215" y="222256"/>
                </a:lnTo>
                <a:cubicBezTo>
                  <a:pt x="595331" y="222256"/>
                  <a:pt x="606771" y="233695"/>
                  <a:pt x="606771" y="247811"/>
                </a:cubicBezTo>
                <a:cubicBezTo>
                  <a:pt x="606771" y="261927"/>
                  <a:pt x="595331" y="273367"/>
                  <a:pt x="581215" y="273367"/>
                </a:cubicBezTo>
                <a:lnTo>
                  <a:pt x="539791" y="273367"/>
                </a:lnTo>
                <a:lnTo>
                  <a:pt x="539791" y="333375"/>
                </a:lnTo>
                <a:lnTo>
                  <a:pt x="581215" y="333375"/>
                </a:lnTo>
                <a:cubicBezTo>
                  <a:pt x="595331" y="333375"/>
                  <a:pt x="606771" y="344814"/>
                  <a:pt x="606771" y="358930"/>
                </a:cubicBezTo>
                <a:cubicBezTo>
                  <a:pt x="606771" y="373046"/>
                  <a:pt x="595331" y="384486"/>
                  <a:pt x="581215" y="384486"/>
                </a:cubicBezTo>
                <a:lnTo>
                  <a:pt x="539791" y="384486"/>
                </a:lnTo>
                <a:lnTo>
                  <a:pt x="539791" y="444512"/>
                </a:lnTo>
                <a:lnTo>
                  <a:pt x="581215" y="444512"/>
                </a:lnTo>
                <a:cubicBezTo>
                  <a:pt x="595331" y="444512"/>
                  <a:pt x="606771" y="455952"/>
                  <a:pt x="606771" y="470068"/>
                </a:cubicBezTo>
                <a:cubicBezTo>
                  <a:pt x="606771" y="484184"/>
                  <a:pt x="595331" y="495623"/>
                  <a:pt x="581215" y="495623"/>
                </a:cubicBezTo>
                <a:lnTo>
                  <a:pt x="534723" y="495623"/>
                </a:lnTo>
                <a:cubicBezTo>
                  <a:pt x="527351" y="513835"/>
                  <a:pt x="512749" y="528161"/>
                  <a:pt x="494404" y="535181"/>
                </a:cubicBezTo>
                <a:lnTo>
                  <a:pt x="494404" y="581186"/>
                </a:lnTo>
                <a:cubicBezTo>
                  <a:pt x="494404" y="595302"/>
                  <a:pt x="482965" y="606742"/>
                  <a:pt x="468849" y="606742"/>
                </a:cubicBezTo>
                <a:cubicBezTo>
                  <a:pt x="454733" y="606742"/>
                  <a:pt x="443293" y="595302"/>
                  <a:pt x="443293" y="581186"/>
                </a:cubicBezTo>
                <a:lnTo>
                  <a:pt x="443293" y="539762"/>
                </a:lnTo>
                <a:lnTo>
                  <a:pt x="384105" y="539762"/>
                </a:lnTo>
                <a:lnTo>
                  <a:pt x="384105" y="581186"/>
                </a:lnTo>
                <a:cubicBezTo>
                  <a:pt x="384105" y="595302"/>
                  <a:pt x="372665" y="606742"/>
                  <a:pt x="358549" y="606742"/>
                </a:cubicBezTo>
                <a:cubicBezTo>
                  <a:pt x="344433" y="606742"/>
                  <a:pt x="332994" y="595302"/>
                  <a:pt x="332994" y="581186"/>
                </a:cubicBezTo>
                <a:lnTo>
                  <a:pt x="332994" y="539762"/>
                </a:lnTo>
                <a:lnTo>
                  <a:pt x="273805" y="539762"/>
                </a:lnTo>
                <a:lnTo>
                  <a:pt x="273805" y="581186"/>
                </a:lnTo>
                <a:cubicBezTo>
                  <a:pt x="273805" y="595302"/>
                  <a:pt x="262366" y="606742"/>
                  <a:pt x="248250" y="606742"/>
                </a:cubicBezTo>
                <a:cubicBezTo>
                  <a:pt x="234134" y="606742"/>
                  <a:pt x="222694" y="595302"/>
                  <a:pt x="222694" y="581186"/>
                </a:cubicBezTo>
                <a:lnTo>
                  <a:pt x="222694" y="539762"/>
                </a:lnTo>
                <a:lnTo>
                  <a:pt x="163506" y="539762"/>
                </a:lnTo>
                <a:lnTo>
                  <a:pt x="163506" y="581186"/>
                </a:lnTo>
                <a:cubicBezTo>
                  <a:pt x="163506" y="595302"/>
                  <a:pt x="152066" y="606742"/>
                  <a:pt x="137950" y="606742"/>
                </a:cubicBezTo>
                <a:cubicBezTo>
                  <a:pt x="123834" y="606742"/>
                  <a:pt x="112395" y="595302"/>
                  <a:pt x="112395" y="581186"/>
                </a:cubicBezTo>
                <a:lnTo>
                  <a:pt x="112395" y="535181"/>
                </a:lnTo>
                <a:cubicBezTo>
                  <a:pt x="94049" y="528170"/>
                  <a:pt x="79438" y="513835"/>
                  <a:pt x="72066" y="495623"/>
                </a:cubicBezTo>
                <a:lnTo>
                  <a:pt x="25555" y="495623"/>
                </a:lnTo>
                <a:cubicBezTo>
                  <a:pt x="11449" y="495623"/>
                  <a:pt x="0" y="484184"/>
                  <a:pt x="0" y="470068"/>
                </a:cubicBezTo>
                <a:cubicBezTo>
                  <a:pt x="0" y="455952"/>
                  <a:pt x="11449" y="444512"/>
                  <a:pt x="25555" y="444512"/>
                </a:cubicBezTo>
                <a:lnTo>
                  <a:pt x="67008" y="444512"/>
                </a:lnTo>
                <a:lnTo>
                  <a:pt x="67008" y="384486"/>
                </a:lnTo>
                <a:lnTo>
                  <a:pt x="25584" y="384486"/>
                </a:lnTo>
                <a:cubicBezTo>
                  <a:pt x="11468" y="384486"/>
                  <a:pt x="28" y="373046"/>
                  <a:pt x="28" y="358930"/>
                </a:cubicBezTo>
                <a:cubicBezTo>
                  <a:pt x="28" y="344814"/>
                  <a:pt x="11468" y="333375"/>
                  <a:pt x="25584" y="333375"/>
                </a:cubicBezTo>
                <a:lnTo>
                  <a:pt x="67008" y="333375"/>
                </a:lnTo>
                <a:lnTo>
                  <a:pt x="67008" y="273367"/>
                </a:lnTo>
                <a:lnTo>
                  <a:pt x="25584" y="273367"/>
                </a:lnTo>
                <a:cubicBezTo>
                  <a:pt x="11468" y="273367"/>
                  <a:pt x="28" y="261927"/>
                  <a:pt x="28" y="247811"/>
                </a:cubicBezTo>
                <a:cubicBezTo>
                  <a:pt x="28" y="233695"/>
                  <a:pt x="11468" y="222256"/>
                  <a:pt x="25584" y="222256"/>
                </a:cubicBezTo>
                <a:lnTo>
                  <a:pt x="67008" y="222256"/>
                </a:lnTo>
                <a:lnTo>
                  <a:pt x="67008" y="162229"/>
                </a:lnTo>
                <a:lnTo>
                  <a:pt x="25584" y="162229"/>
                </a:lnTo>
                <a:cubicBezTo>
                  <a:pt x="11468" y="162229"/>
                  <a:pt x="28" y="150790"/>
                  <a:pt x="28" y="136674"/>
                </a:cubicBezTo>
                <a:cubicBezTo>
                  <a:pt x="28" y="122558"/>
                  <a:pt x="11468" y="111118"/>
                  <a:pt x="25584" y="111118"/>
                </a:cubicBezTo>
                <a:lnTo>
                  <a:pt x="72066" y="111118"/>
                </a:lnTo>
                <a:cubicBezTo>
                  <a:pt x="79438" y="92906"/>
                  <a:pt x="94049" y="78571"/>
                  <a:pt x="112395" y="71561"/>
                </a:cubicBezTo>
                <a:lnTo>
                  <a:pt x="112395" y="25555"/>
                </a:lnTo>
                <a:cubicBezTo>
                  <a:pt x="112395" y="11439"/>
                  <a:pt x="123834" y="0"/>
                  <a:pt x="137950" y="0"/>
                </a:cubicBezTo>
                <a:cubicBezTo>
                  <a:pt x="152066" y="0"/>
                  <a:pt x="163506" y="11439"/>
                  <a:pt x="163506" y="25555"/>
                </a:cubicBezTo>
                <a:lnTo>
                  <a:pt x="163506" y="66979"/>
                </a:lnTo>
                <a:lnTo>
                  <a:pt x="222694" y="66979"/>
                </a:lnTo>
                <a:lnTo>
                  <a:pt x="222694" y="25555"/>
                </a:lnTo>
                <a:cubicBezTo>
                  <a:pt x="222694" y="11439"/>
                  <a:pt x="234134" y="0"/>
                  <a:pt x="248250" y="0"/>
                </a:cubicBezTo>
                <a:cubicBezTo>
                  <a:pt x="262366" y="0"/>
                  <a:pt x="273805" y="11439"/>
                  <a:pt x="273805" y="25555"/>
                </a:cubicBezTo>
                <a:lnTo>
                  <a:pt x="273805" y="66979"/>
                </a:lnTo>
                <a:lnTo>
                  <a:pt x="332994" y="66979"/>
                </a:lnTo>
                <a:lnTo>
                  <a:pt x="332994" y="25555"/>
                </a:lnTo>
                <a:cubicBezTo>
                  <a:pt x="332994" y="11439"/>
                  <a:pt x="344433" y="0"/>
                  <a:pt x="358549" y="0"/>
                </a:cubicBezTo>
                <a:moveTo>
                  <a:pt x="304676" y="169202"/>
                </a:moveTo>
                <a:cubicBezTo>
                  <a:pt x="337594" y="169202"/>
                  <a:pt x="366750" y="180860"/>
                  <a:pt x="388191" y="199510"/>
                </a:cubicBezTo>
                <a:cubicBezTo>
                  <a:pt x="351262" y="218274"/>
                  <a:pt x="300456" y="256089"/>
                  <a:pt x="278149" y="277358"/>
                </a:cubicBezTo>
                <a:cubicBezTo>
                  <a:pt x="261280" y="293427"/>
                  <a:pt x="261689" y="317039"/>
                  <a:pt x="279177" y="332479"/>
                </a:cubicBezTo>
                <a:cubicBezTo>
                  <a:pt x="296437" y="347900"/>
                  <a:pt x="322668" y="347405"/>
                  <a:pt x="339328" y="331327"/>
                </a:cubicBezTo>
                <a:cubicBezTo>
                  <a:pt x="372065" y="300151"/>
                  <a:pt x="431587" y="224247"/>
                  <a:pt x="431101" y="197672"/>
                </a:cubicBezTo>
                <a:cubicBezTo>
                  <a:pt x="431558" y="192538"/>
                  <a:pt x="429929" y="187242"/>
                  <a:pt x="426196" y="183127"/>
                </a:cubicBezTo>
                <a:cubicBezTo>
                  <a:pt x="396935" y="150980"/>
                  <a:pt x="353434" y="130873"/>
                  <a:pt x="304676" y="130873"/>
                </a:cubicBezTo>
                <a:cubicBezTo>
                  <a:pt x="209759" y="130873"/>
                  <a:pt x="132178" y="208454"/>
                  <a:pt x="132178" y="303371"/>
                </a:cubicBezTo>
                <a:cubicBezTo>
                  <a:pt x="132178" y="364064"/>
                  <a:pt x="163991" y="415690"/>
                  <a:pt x="209483" y="446941"/>
                </a:cubicBezTo>
                <a:cubicBezTo>
                  <a:pt x="218208" y="452942"/>
                  <a:pt x="230143" y="450732"/>
                  <a:pt x="236134" y="442007"/>
                </a:cubicBezTo>
                <a:cubicBezTo>
                  <a:pt x="242135" y="433292"/>
                  <a:pt x="239925" y="421357"/>
                  <a:pt x="231209" y="415356"/>
                </a:cubicBezTo>
                <a:cubicBezTo>
                  <a:pt x="194891" y="390391"/>
                  <a:pt x="170507" y="350005"/>
                  <a:pt x="170507" y="303371"/>
                </a:cubicBezTo>
                <a:cubicBezTo>
                  <a:pt x="170507" y="229619"/>
                  <a:pt x="230924" y="169202"/>
                  <a:pt x="304676" y="169202"/>
                </a:cubicBezTo>
                <a:moveTo>
                  <a:pt x="474621" y="303371"/>
                </a:moveTo>
                <a:cubicBezTo>
                  <a:pt x="474621" y="292788"/>
                  <a:pt x="466039" y="284206"/>
                  <a:pt x="455456" y="284206"/>
                </a:cubicBezTo>
                <a:cubicBezTo>
                  <a:pt x="444874" y="284206"/>
                  <a:pt x="436292" y="292788"/>
                  <a:pt x="436292" y="303371"/>
                </a:cubicBezTo>
                <a:cubicBezTo>
                  <a:pt x="436292" y="313953"/>
                  <a:pt x="436187" y="321821"/>
                  <a:pt x="434292" y="329384"/>
                </a:cubicBezTo>
                <a:cubicBezTo>
                  <a:pt x="431730" y="339661"/>
                  <a:pt x="437969" y="350072"/>
                  <a:pt x="448246" y="352644"/>
                </a:cubicBezTo>
                <a:cubicBezTo>
                  <a:pt x="458523" y="355215"/>
                  <a:pt x="468934" y="348967"/>
                  <a:pt x="471506" y="338689"/>
                </a:cubicBezTo>
                <a:cubicBezTo>
                  <a:pt x="474621" y="326164"/>
                  <a:pt x="474621" y="313896"/>
                  <a:pt x="474621" y="304161"/>
                </a:cubicBezTo>
                <a:lnTo>
                  <a:pt x="474621" y="303371"/>
                </a:lnTo>
                <a:moveTo>
                  <a:pt x="427520" y="394020"/>
                </a:moveTo>
                <a:cubicBezTo>
                  <a:pt x="419719" y="386857"/>
                  <a:pt x="407584" y="387381"/>
                  <a:pt x="400431" y="395192"/>
                </a:cubicBezTo>
                <a:cubicBezTo>
                  <a:pt x="375951" y="421900"/>
                  <a:pt x="342728" y="437540"/>
                  <a:pt x="302123" y="437540"/>
                </a:cubicBezTo>
                <a:cubicBezTo>
                  <a:pt x="291541" y="437540"/>
                  <a:pt x="282959" y="446122"/>
                  <a:pt x="282959" y="456704"/>
                </a:cubicBezTo>
                <a:cubicBezTo>
                  <a:pt x="282959" y="467286"/>
                  <a:pt x="291541" y="475868"/>
                  <a:pt x="302123" y="475868"/>
                </a:cubicBezTo>
                <a:cubicBezTo>
                  <a:pt x="353491" y="475868"/>
                  <a:pt x="396935" y="455685"/>
                  <a:pt x="428701" y="421109"/>
                </a:cubicBezTo>
                <a:cubicBezTo>
                  <a:pt x="435854" y="413299"/>
                  <a:pt x="435330" y="401173"/>
                  <a:pt x="427520" y="394020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962150" y="524822"/>
            <a:ext cx="5038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Efficient Date Calculation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72047" y="1679720"/>
            <a:ext cx="990600" cy="20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Complexity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00378" y="1603007"/>
            <a:ext cx="1343025" cy="20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Instant Results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257746" y="1986385"/>
            <a:ext cx="1104900" cy="306627"/>
            <a:chOff x="1348233" y="1833038"/>
            <a:chExt cx="1104900" cy="306627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348233" y="1833038"/>
              <a:ext cx="1104900" cy="15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High risk of human</a:t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348233" y="1986390"/>
              <a:ext cx="1104900" cy="15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error</a:t>
              </a:r>
              <a:endParaRPr/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6600378" y="1909706"/>
            <a:ext cx="1247775" cy="306627"/>
            <a:chOff x="6690865" y="1756359"/>
            <a:chExt cx="1247775" cy="306627"/>
          </a:xfrm>
        </p:grpSpPr>
        <p:sp>
          <p:nvSpPr>
            <p:cNvPr id="105" name="Google Shape;105;p14"/>
            <p:cNvSpPr txBox="1"/>
            <p:nvPr/>
          </p:nvSpPr>
          <p:spPr>
            <a:xfrm>
              <a:off x="6690865" y="1756359"/>
              <a:ext cx="1247775" cy="15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Rapid mathematical</a:t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6690865" y="1909711"/>
              <a:ext cx="1247775" cy="15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algorithm processing</a:t>
              </a:r>
              <a:endParaRPr/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1381571" y="2701906"/>
            <a:ext cx="981075" cy="408935"/>
            <a:chOff x="1472058" y="2548559"/>
            <a:chExt cx="981075" cy="408935"/>
          </a:xfrm>
        </p:grpSpPr>
        <p:sp>
          <p:nvSpPr>
            <p:cNvPr id="108" name="Google Shape;108;p14"/>
            <p:cNvSpPr txBox="1"/>
            <p:nvPr/>
          </p:nvSpPr>
          <p:spPr>
            <a:xfrm>
              <a:off x="1472058" y="2548559"/>
              <a:ext cx="981075" cy="204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Time-</a:t>
              </a:r>
              <a:endParaRPr/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472058" y="2753060"/>
              <a:ext cx="981075" cy="204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consuming</a:t>
              </a:r>
              <a:endParaRPr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6600378" y="2625259"/>
            <a:ext cx="895350" cy="408935"/>
            <a:chOff x="6690865" y="2471912"/>
            <a:chExt cx="895350" cy="408935"/>
          </a:xfrm>
        </p:grpSpPr>
        <p:sp>
          <p:nvSpPr>
            <p:cNvPr id="111" name="Google Shape;111;p14"/>
            <p:cNvSpPr txBox="1"/>
            <p:nvPr/>
          </p:nvSpPr>
          <p:spPr>
            <a:xfrm>
              <a:off x="6690865" y="2471912"/>
              <a:ext cx="895350" cy="204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Offline</a:t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6690865" y="2676413"/>
              <a:ext cx="895350" cy="204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Operation</a:t>
              </a:r>
              <a:endParaRPr/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1200596" y="3213090"/>
            <a:ext cx="1162050" cy="306628"/>
            <a:chOff x="1291083" y="3059743"/>
            <a:chExt cx="1162050" cy="306628"/>
          </a:xfrm>
        </p:grpSpPr>
        <p:sp>
          <p:nvSpPr>
            <p:cNvPr id="114" name="Google Shape;114;p14"/>
            <p:cNvSpPr txBox="1"/>
            <p:nvPr/>
          </p:nvSpPr>
          <p:spPr>
            <a:xfrm>
              <a:off x="1291083" y="3059743"/>
              <a:ext cx="1162050" cy="15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Requires significant</a:t>
              </a: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1291083" y="3213096"/>
              <a:ext cx="1162050" cy="15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manual effort</a:t>
              </a:r>
              <a:endParaRPr/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6600378" y="3136475"/>
            <a:ext cx="1104900" cy="459913"/>
            <a:chOff x="6690865" y="2983128"/>
            <a:chExt cx="1104900" cy="459913"/>
          </a:xfrm>
        </p:grpSpPr>
        <p:sp>
          <p:nvSpPr>
            <p:cNvPr id="117" name="Google Shape;117;p14"/>
            <p:cNvSpPr txBox="1"/>
            <p:nvPr/>
          </p:nvSpPr>
          <p:spPr>
            <a:xfrm>
              <a:off x="6690865" y="2983128"/>
              <a:ext cx="1104900" cy="153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Functions without</a:t>
              </a:r>
              <a:endParaRPr/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6690865" y="3136385"/>
              <a:ext cx="1104900" cy="153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external API</a:t>
              </a: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6690865" y="3289642"/>
              <a:ext cx="1104900" cy="153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dependencies</a:t>
              </a:r>
              <a:endParaRPr/>
            </a:p>
          </p:txBody>
        </p:sp>
      </p:grpSp>
      <p:sp>
        <p:nvSpPr>
          <p:cNvPr id="120" name="Google Shape;120;p14"/>
          <p:cNvSpPr txBox="1"/>
          <p:nvPr/>
        </p:nvSpPr>
        <p:spPr>
          <a:xfrm>
            <a:off x="1314897" y="3928640"/>
            <a:ext cx="1047750" cy="20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Inefficiency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600378" y="4005351"/>
            <a:ext cx="828675" cy="20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Accuracy</a:t>
            </a:r>
            <a:endParaRPr/>
          </a:p>
        </p:txBody>
      </p:sp>
      <p:grpSp>
        <p:nvGrpSpPr>
          <p:cNvPr id="122" name="Google Shape;122;p14"/>
          <p:cNvGrpSpPr/>
          <p:nvPr/>
        </p:nvGrpSpPr>
        <p:grpSpPr>
          <a:xfrm>
            <a:off x="1276796" y="4235338"/>
            <a:ext cx="1085850" cy="306627"/>
            <a:chOff x="1367283" y="4081991"/>
            <a:chExt cx="1085850" cy="306627"/>
          </a:xfrm>
        </p:grpSpPr>
        <p:sp>
          <p:nvSpPr>
            <p:cNvPr id="123" name="Google Shape;123;p14"/>
            <p:cNvSpPr txBox="1"/>
            <p:nvPr/>
          </p:nvSpPr>
          <p:spPr>
            <a:xfrm>
              <a:off x="1367283" y="4081991"/>
              <a:ext cx="1085850" cy="15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Slow processing of</a:t>
              </a:r>
              <a:endParaRPr/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1367283" y="4235343"/>
              <a:ext cx="1085850" cy="15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historical dates</a:t>
              </a:r>
              <a:endParaRPr/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6600378" y="4312050"/>
            <a:ext cx="1285875" cy="306627"/>
            <a:chOff x="6690865" y="4158703"/>
            <a:chExt cx="1285875" cy="306627"/>
          </a:xfrm>
        </p:grpSpPr>
        <p:sp>
          <p:nvSpPr>
            <p:cNvPr id="126" name="Google Shape;126;p14"/>
            <p:cNvSpPr txBox="1"/>
            <p:nvPr/>
          </p:nvSpPr>
          <p:spPr>
            <a:xfrm>
              <a:off x="6690865" y="4158703"/>
              <a:ext cx="1285875" cy="15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Precise calculation of</a:t>
              </a:r>
              <a:endParaRPr/>
            </a:p>
          </p:txBody>
        </p:sp>
        <p:sp>
          <p:nvSpPr>
            <p:cNvPr id="127" name="Google Shape;127;p14"/>
            <p:cNvSpPr txBox="1"/>
            <p:nvPr/>
          </p:nvSpPr>
          <p:spPr>
            <a:xfrm>
              <a:off x="6690865" y="4312055"/>
              <a:ext cx="1285875" cy="15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date intervals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/>
          <p:nvPr/>
        </p:nvSpPr>
        <p:spPr>
          <a:xfrm>
            <a:off x="1767806" y="1821122"/>
            <a:ext cx="927001" cy="648900"/>
          </a:xfrm>
          <a:custGeom>
            <a:rect b="b" l="l" r="r" t="t"/>
            <a:pathLst>
              <a:path extrusionOk="0" h="648900" w="927001">
                <a:moveTo>
                  <a:pt x="0" y="316725"/>
                </a:moveTo>
                <a:cubicBezTo>
                  <a:pt x="2066" y="143541"/>
                  <a:pt x="146532" y="0"/>
                  <a:pt x="324431" y="0"/>
                </a:cubicBezTo>
                <a:lnTo>
                  <a:pt x="927001" y="0"/>
                </a:lnTo>
                <a:lnTo>
                  <a:pt x="927001" y="648900"/>
                </a:lnTo>
                <a:lnTo>
                  <a:pt x="324431" y="648900"/>
                </a:lnTo>
                <a:cubicBezTo>
                  <a:pt x="146532" y="648900"/>
                  <a:pt x="2066" y="510901"/>
                  <a:pt x="0" y="339899"/>
                </a:cubicBezTo>
                <a:lnTo>
                  <a:pt x="0" y="31672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767806" y="1821122"/>
            <a:ext cx="927005" cy="648904"/>
          </a:xfrm>
          <a:custGeom>
            <a:rect b="b" l="l" r="r" t="t"/>
            <a:pathLst>
              <a:path extrusionOk="0" h="648904" w="927005">
                <a:moveTo>
                  <a:pt x="0" y="339902"/>
                </a:moveTo>
                <a:cubicBezTo>
                  <a:pt x="2069" y="508864"/>
                  <a:pt x="146528" y="648904"/>
                  <a:pt x="324429" y="648904"/>
                </a:cubicBezTo>
                <a:lnTo>
                  <a:pt x="927005" y="648904"/>
                </a:lnTo>
                <a:lnTo>
                  <a:pt x="927005" y="339902"/>
                </a:lnTo>
                <a:moveTo>
                  <a:pt x="0" y="316727"/>
                </a:moveTo>
                <a:lnTo>
                  <a:pt x="0" y="339902"/>
                </a:lnTo>
                <a:moveTo>
                  <a:pt x="927005" y="316727"/>
                </a:moveTo>
                <a:lnTo>
                  <a:pt x="927005" y="339902"/>
                </a:lnTo>
                <a:moveTo>
                  <a:pt x="0" y="316727"/>
                </a:moveTo>
                <a:cubicBezTo>
                  <a:pt x="2069" y="141454"/>
                  <a:pt x="146528" y="0"/>
                  <a:pt x="324429" y="0"/>
                </a:cubicBezTo>
                <a:lnTo>
                  <a:pt x="927005" y="0"/>
                </a:lnTo>
                <a:lnTo>
                  <a:pt x="927005" y="316727"/>
                </a:lnTo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741163" y="1821122"/>
            <a:ext cx="4635026" cy="648900"/>
          </a:xfrm>
          <a:custGeom>
            <a:rect b="b" l="l" r="r" t="t"/>
            <a:pathLst>
              <a:path extrusionOk="0" h="648900" w="4635026">
                <a:moveTo>
                  <a:pt x="0" y="0"/>
                </a:moveTo>
                <a:lnTo>
                  <a:pt x="4635026" y="0"/>
                </a:lnTo>
                <a:lnTo>
                  <a:pt x="4635026" y="648900"/>
                </a:lnTo>
                <a:lnTo>
                  <a:pt x="0" y="648900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741163" y="1821122"/>
            <a:ext cx="4635029" cy="648904"/>
          </a:xfrm>
          <a:custGeom>
            <a:rect b="b" l="l" r="r" t="t"/>
            <a:pathLst>
              <a:path extrusionOk="0" h="648904" w="4635029">
                <a:moveTo>
                  <a:pt x="0" y="0"/>
                </a:moveTo>
                <a:lnTo>
                  <a:pt x="4635029" y="0"/>
                </a:lnTo>
                <a:lnTo>
                  <a:pt x="4635029" y="648904"/>
                </a:lnTo>
                <a:lnTo>
                  <a:pt x="0" y="648904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767806" y="2516376"/>
            <a:ext cx="927001" cy="648900"/>
          </a:xfrm>
          <a:custGeom>
            <a:rect b="b" l="l" r="r" t="t"/>
            <a:pathLst>
              <a:path extrusionOk="0" h="648900" w="927001">
                <a:moveTo>
                  <a:pt x="0" y="316725"/>
                </a:moveTo>
                <a:cubicBezTo>
                  <a:pt x="2066" y="143541"/>
                  <a:pt x="146532" y="0"/>
                  <a:pt x="324431" y="0"/>
                </a:cubicBezTo>
                <a:lnTo>
                  <a:pt x="927001" y="0"/>
                </a:lnTo>
                <a:lnTo>
                  <a:pt x="927001" y="648900"/>
                </a:lnTo>
                <a:lnTo>
                  <a:pt x="324431" y="648900"/>
                </a:lnTo>
                <a:cubicBezTo>
                  <a:pt x="146532" y="648900"/>
                  <a:pt x="2066" y="510901"/>
                  <a:pt x="0" y="339899"/>
                </a:cubicBezTo>
                <a:lnTo>
                  <a:pt x="0" y="31672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767806" y="2516376"/>
            <a:ext cx="927005" cy="648904"/>
          </a:xfrm>
          <a:custGeom>
            <a:rect b="b" l="l" r="r" t="t"/>
            <a:pathLst>
              <a:path extrusionOk="0" h="648904" w="927005">
                <a:moveTo>
                  <a:pt x="0" y="339902"/>
                </a:moveTo>
                <a:cubicBezTo>
                  <a:pt x="2069" y="508864"/>
                  <a:pt x="146528" y="648904"/>
                  <a:pt x="324429" y="648904"/>
                </a:cubicBezTo>
                <a:lnTo>
                  <a:pt x="927005" y="648904"/>
                </a:lnTo>
                <a:lnTo>
                  <a:pt x="927005" y="339902"/>
                </a:lnTo>
                <a:moveTo>
                  <a:pt x="0" y="316727"/>
                </a:moveTo>
                <a:lnTo>
                  <a:pt x="0" y="339902"/>
                </a:lnTo>
                <a:moveTo>
                  <a:pt x="927005" y="316727"/>
                </a:moveTo>
                <a:lnTo>
                  <a:pt x="927005" y="339902"/>
                </a:lnTo>
                <a:moveTo>
                  <a:pt x="0" y="316727"/>
                </a:moveTo>
                <a:cubicBezTo>
                  <a:pt x="2069" y="141454"/>
                  <a:pt x="146528" y="0"/>
                  <a:pt x="324429" y="0"/>
                </a:cubicBezTo>
                <a:lnTo>
                  <a:pt x="927005" y="0"/>
                </a:lnTo>
                <a:lnTo>
                  <a:pt x="927005" y="316727"/>
                </a:lnTo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741163" y="2516376"/>
            <a:ext cx="4635026" cy="648900"/>
          </a:xfrm>
          <a:custGeom>
            <a:rect b="b" l="l" r="r" t="t"/>
            <a:pathLst>
              <a:path extrusionOk="0" h="648900" w="4635026">
                <a:moveTo>
                  <a:pt x="0" y="0"/>
                </a:moveTo>
                <a:lnTo>
                  <a:pt x="4635026" y="0"/>
                </a:lnTo>
                <a:lnTo>
                  <a:pt x="4635026" y="648900"/>
                </a:lnTo>
                <a:lnTo>
                  <a:pt x="0" y="648900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2741163" y="2516376"/>
            <a:ext cx="4635029" cy="648904"/>
          </a:xfrm>
          <a:custGeom>
            <a:rect b="b" l="l" r="r" t="t"/>
            <a:pathLst>
              <a:path extrusionOk="0" h="648904" w="4635029">
                <a:moveTo>
                  <a:pt x="0" y="0"/>
                </a:moveTo>
                <a:lnTo>
                  <a:pt x="4635029" y="0"/>
                </a:lnTo>
                <a:lnTo>
                  <a:pt x="4635029" y="648904"/>
                </a:lnTo>
                <a:lnTo>
                  <a:pt x="0" y="648904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767806" y="3211632"/>
            <a:ext cx="927001" cy="772410"/>
          </a:xfrm>
          <a:custGeom>
            <a:rect b="b" l="l" r="r" t="t"/>
            <a:pathLst>
              <a:path extrusionOk="0" h="772410" w="927001">
                <a:moveTo>
                  <a:pt x="0" y="316725"/>
                </a:moveTo>
                <a:cubicBezTo>
                  <a:pt x="2066" y="143541"/>
                  <a:pt x="146532" y="0"/>
                  <a:pt x="324431" y="0"/>
                </a:cubicBezTo>
                <a:lnTo>
                  <a:pt x="927001" y="0"/>
                </a:lnTo>
                <a:lnTo>
                  <a:pt x="927001" y="772410"/>
                </a:lnTo>
                <a:lnTo>
                  <a:pt x="324431" y="772410"/>
                </a:lnTo>
                <a:cubicBezTo>
                  <a:pt x="146532" y="772410"/>
                  <a:pt x="2066" y="634403"/>
                  <a:pt x="0" y="463410"/>
                </a:cubicBezTo>
                <a:lnTo>
                  <a:pt x="0" y="31672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767806" y="3211632"/>
            <a:ext cx="927005" cy="772409"/>
          </a:xfrm>
          <a:custGeom>
            <a:rect b="b" l="l" r="r" t="t"/>
            <a:pathLst>
              <a:path extrusionOk="0" h="772409" w="927005">
                <a:moveTo>
                  <a:pt x="0" y="463407"/>
                </a:moveTo>
                <a:cubicBezTo>
                  <a:pt x="2069" y="632369"/>
                  <a:pt x="146528" y="772409"/>
                  <a:pt x="324429" y="772409"/>
                </a:cubicBezTo>
                <a:lnTo>
                  <a:pt x="927005" y="772409"/>
                </a:lnTo>
                <a:lnTo>
                  <a:pt x="927005" y="463407"/>
                </a:lnTo>
                <a:moveTo>
                  <a:pt x="0" y="316727"/>
                </a:moveTo>
                <a:lnTo>
                  <a:pt x="0" y="463407"/>
                </a:lnTo>
                <a:moveTo>
                  <a:pt x="927005" y="316727"/>
                </a:moveTo>
                <a:lnTo>
                  <a:pt x="927005" y="463407"/>
                </a:lnTo>
                <a:moveTo>
                  <a:pt x="0" y="316727"/>
                </a:moveTo>
                <a:cubicBezTo>
                  <a:pt x="2069" y="141454"/>
                  <a:pt x="146528" y="0"/>
                  <a:pt x="324429" y="0"/>
                </a:cubicBezTo>
                <a:lnTo>
                  <a:pt x="927005" y="0"/>
                </a:lnTo>
                <a:lnTo>
                  <a:pt x="927005" y="316727"/>
                </a:lnTo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741162" y="3211632"/>
            <a:ext cx="4635026" cy="772410"/>
          </a:xfrm>
          <a:custGeom>
            <a:rect b="b" l="l" r="r" t="t"/>
            <a:pathLst>
              <a:path extrusionOk="0" h="772410" w="4635026">
                <a:moveTo>
                  <a:pt x="0" y="0"/>
                </a:moveTo>
                <a:lnTo>
                  <a:pt x="4635026" y="0"/>
                </a:lnTo>
                <a:lnTo>
                  <a:pt x="4635026" y="772410"/>
                </a:lnTo>
                <a:lnTo>
                  <a:pt x="0" y="772410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2741162" y="3211632"/>
            <a:ext cx="4635029" cy="772409"/>
          </a:xfrm>
          <a:custGeom>
            <a:rect b="b" l="l" r="r" t="t"/>
            <a:pathLst>
              <a:path extrusionOk="0" h="772409" w="4635029">
                <a:moveTo>
                  <a:pt x="0" y="0"/>
                </a:moveTo>
                <a:lnTo>
                  <a:pt x="4635029" y="0"/>
                </a:lnTo>
                <a:lnTo>
                  <a:pt x="4635029" y="772409"/>
                </a:lnTo>
                <a:lnTo>
                  <a:pt x="0" y="77240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767806" y="4030430"/>
            <a:ext cx="927001" cy="648900"/>
          </a:xfrm>
          <a:custGeom>
            <a:rect b="b" l="l" r="r" t="t"/>
            <a:pathLst>
              <a:path extrusionOk="0" h="648900" w="927001">
                <a:moveTo>
                  <a:pt x="0" y="316725"/>
                </a:moveTo>
                <a:cubicBezTo>
                  <a:pt x="2066" y="143541"/>
                  <a:pt x="146532" y="0"/>
                  <a:pt x="324431" y="0"/>
                </a:cubicBezTo>
                <a:lnTo>
                  <a:pt x="927001" y="0"/>
                </a:lnTo>
                <a:lnTo>
                  <a:pt x="927001" y="648900"/>
                </a:lnTo>
                <a:lnTo>
                  <a:pt x="324431" y="648900"/>
                </a:lnTo>
                <a:cubicBezTo>
                  <a:pt x="146532" y="648900"/>
                  <a:pt x="2066" y="510901"/>
                  <a:pt x="0" y="339899"/>
                </a:cubicBezTo>
                <a:lnTo>
                  <a:pt x="0" y="31672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767806" y="4030430"/>
            <a:ext cx="927005" cy="648904"/>
          </a:xfrm>
          <a:custGeom>
            <a:rect b="b" l="l" r="r" t="t"/>
            <a:pathLst>
              <a:path extrusionOk="0" h="648904" w="927005">
                <a:moveTo>
                  <a:pt x="0" y="339902"/>
                </a:moveTo>
                <a:cubicBezTo>
                  <a:pt x="2069" y="508864"/>
                  <a:pt x="146528" y="648904"/>
                  <a:pt x="324429" y="648904"/>
                </a:cubicBezTo>
                <a:lnTo>
                  <a:pt x="927005" y="648904"/>
                </a:lnTo>
                <a:lnTo>
                  <a:pt x="927005" y="339902"/>
                </a:lnTo>
                <a:moveTo>
                  <a:pt x="0" y="316727"/>
                </a:moveTo>
                <a:lnTo>
                  <a:pt x="0" y="339902"/>
                </a:lnTo>
                <a:moveTo>
                  <a:pt x="927005" y="316727"/>
                </a:moveTo>
                <a:lnTo>
                  <a:pt x="927005" y="339902"/>
                </a:lnTo>
                <a:moveTo>
                  <a:pt x="0" y="316727"/>
                </a:moveTo>
                <a:cubicBezTo>
                  <a:pt x="2069" y="141454"/>
                  <a:pt x="146528" y="0"/>
                  <a:pt x="324429" y="0"/>
                </a:cubicBezTo>
                <a:lnTo>
                  <a:pt x="927005" y="0"/>
                </a:lnTo>
                <a:lnTo>
                  <a:pt x="927005" y="316727"/>
                </a:lnTo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741163" y="4030430"/>
            <a:ext cx="4635026" cy="648900"/>
          </a:xfrm>
          <a:custGeom>
            <a:rect b="b" l="l" r="r" t="t"/>
            <a:pathLst>
              <a:path extrusionOk="0" h="648900" w="4635026">
                <a:moveTo>
                  <a:pt x="0" y="0"/>
                </a:moveTo>
                <a:lnTo>
                  <a:pt x="4635026" y="0"/>
                </a:lnTo>
                <a:lnTo>
                  <a:pt x="4635026" y="648900"/>
                </a:lnTo>
                <a:lnTo>
                  <a:pt x="0" y="648900"/>
                </a:lnTo>
                <a:lnTo>
                  <a:pt x="0" y="0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741163" y="4030430"/>
            <a:ext cx="4635029" cy="648904"/>
          </a:xfrm>
          <a:custGeom>
            <a:rect b="b" l="l" r="r" t="t"/>
            <a:pathLst>
              <a:path extrusionOk="0" h="648904" w="4635029">
                <a:moveTo>
                  <a:pt x="0" y="0"/>
                </a:moveTo>
                <a:lnTo>
                  <a:pt x="4635029" y="0"/>
                </a:lnTo>
                <a:lnTo>
                  <a:pt x="4635029" y="648904"/>
                </a:lnTo>
                <a:lnTo>
                  <a:pt x="0" y="648904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315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2852913" y="2207397"/>
            <a:ext cx="3914775" cy="154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A clean and user-friendly interface built with Python's Tkinter library.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2239560" y="2076052"/>
            <a:ext cx="76200" cy="13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2852913" y="1929295"/>
            <a:ext cx="1247775" cy="18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Interactive GUI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2852913" y="2624549"/>
            <a:ext cx="2476500" cy="18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Automatic Leap Year Detection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2230035" y="2771306"/>
            <a:ext cx="95250" cy="13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2852913" y="2902651"/>
            <a:ext cx="4124325" cy="154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Flawlessly handles February 29th logic based on century and 4-year rules.</a:t>
            </a:r>
            <a:endParaRPr/>
          </a:p>
        </p:txBody>
      </p:sp>
      <p:grpSp>
        <p:nvGrpSpPr>
          <p:cNvPr id="154" name="Google Shape;154;p15"/>
          <p:cNvGrpSpPr/>
          <p:nvPr/>
        </p:nvGrpSpPr>
        <p:grpSpPr>
          <a:xfrm>
            <a:off x="1052512" y="464166"/>
            <a:ext cx="7038975" cy="800100"/>
            <a:chOff x="1052512" y="371475"/>
            <a:chExt cx="7038975" cy="800100"/>
          </a:xfrm>
        </p:grpSpPr>
        <p:sp>
          <p:nvSpPr>
            <p:cNvPr id="155" name="Google Shape;155;p15"/>
            <p:cNvSpPr txBox="1"/>
            <p:nvPr/>
          </p:nvSpPr>
          <p:spPr>
            <a:xfrm>
              <a:off x="1052512" y="371475"/>
              <a:ext cx="70389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00" u="none" cap="none" strike="noStrike">
                  <a:solidFill>
                    <a:srgbClr val="384F6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Day of the Week Finder Application</a:t>
              </a:r>
              <a:endParaRPr/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1052512" y="771525"/>
              <a:ext cx="70389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00" u="none" cap="none" strike="noStrike">
                  <a:solidFill>
                    <a:srgbClr val="384F6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Features</a:t>
              </a:r>
              <a:endParaRPr/>
            </a:p>
          </p:txBody>
        </p:sp>
      </p:grpSp>
      <p:sp>
        <p:nvSpPr>
          <p:cNvPr id="157" name="Google Shape;157;p15"/>
          <p:cNvSpPr txBox="1"/>
          <p:nvPr/>
        </p:nvSpPr>
        <p:spPr>
          <a:xfrm>
            <a:off x="2852914" y="3304336"/>
            <a:ext cx="1743075" cy="18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Strict Data Validation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2230035" y="3528333"/>
            <a:ext cx="95250" cy="13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/>
          </a:p>
        </p:txBody>
      </p:sp>
      <p:grpSp>
        <p:nvGrpSpPr>
          <p:cNvPr id="159" name="Google Shape;159;p15"/>
          <p:cNvGrpSpPr/>
          <p:nvPr/>
        </p:nvGrpSpPr>
        <p:grpSpPr>
          <a:xfrm>
            <a:off x="2852913" y="3582430"/>
            <a:ext cx="4314825" cy="308942"/>
            <a:chOff x="2852913" y="3489739"/>
            <a:chExt cx="4314825" cy="308942"/>
          </a:xfrm>
        </p:grpSpPr>
        <p:sp>
          <p:nvSpPr>
            <p:cNvPr id="160" name="Google Shape;160;p15"/>
            <p:cNvSpPr txBox="1"/>
            <p:nvPr/>
          </p:nvSpPr>
          <p:spPr>
            <a:xfrm>
              <a:off x="2852913" y="3489739"/>
              <a:ext cx="4314825" cy="154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Automatically blocks invalid dates (e.g., 31/04/2023) and alerts the user via</a:t>
              </a:r>
              <a:endParaRPr/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2852913" y="3644234"/>
              <a:ext cx="4314825" cy="1544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popups.</a:t>
              </a:r>
              <a:endParaRPr/>
            </a:p>
          </p:txBody>
        </p:sp>
      </p:grpSp>
      <p:sp>
        <p:nvSpPr>
          <p:cNvPr id="162" name="Google Shape;162;p15"/>
          <p:cNvSpPr txBox="1"/>
          <p:nvPr/>
        </p:nvSpPr>
        <p:spPr>
          <a:xfrm>
            <a:off x="2852914" y="4138603"/>
            <a:ext cx="1704975" cy="18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Keyboard Integration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230035" y="4285360"/>
            <a:ext cx="95250" cy="13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852914" y="4416705"/>
            <a:ext cx="3790950" cy="154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Supports the Enter key for quick execution without needing a mouse.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6"/>
          <p:cNvGrpSpPr/>
          <p:nvPr/>
        </p:nvGrpSpPr>
        <p:grpSpPr>
          <a:xfrm>
            <a:off x="3615104" y="3334054"/>
            <a:ext cx="1951872" cy="1379267"/>
            <a:chOff x="3596053" y="3275351"/>
            <a:chExt cx="1951872" cy="1379267"/>
          </a:xfrm>
        </p:grpSpPr>
        <p:sp>
          <p:nvSpPr>
            <p:cNvPr id="170" name="Google Shape;170;p16"/>
            <p:cNvSpPr/>
            <p:nvPr/>
          </p:nvSpPr>
          <p:spPr>
            <a:xfrm>
              <a:off x="3596053" y="3603601"/>
              <a:ext cx="1951872" cy="1051017"/>
            </a:xfrm>
            <a:custGeom>
              <a:rect b="b" l="l" r="r" t="t"/>
              <a:pathLst>
                <a:path extrusionOk="0" h="1051017" w="1951872">
                  <a:moveTo>
                    <a:pt x="975941" y="1051017"/>
                  </a:moveTo>
                  <a:cubicBezTo>
                    <a:pt x="1514932" y="1051017"/>
                    <a:pt x="1951872" y="798937"/>
                    <a:pt x="1951872" y="487975"/>
                  </a:cubicBezTo>
                  <a:lnTo>
                    <a:pt x="1951872" y="0"/>
                  </a:lnTo>
                  <a:cubicBezTo>
                    <a:pt x="1951872" y="41890"/>
                    <a:pt x="1943947" y="82715"/>
                    <a:pt x="1928907" y="121996"/>
                  </a:cubicBezTo>
                  <a:cubicBezTo>
                    <a:pt x="1832295" y="374303"/>
                    <a:pt x="1442323" y="563041"/>
                    <a:pt x="975941" y="563041"/>
                  </a:cubicBezTo>
                  <a:cubicBezTo>
                    <a:pt x="509549" y="563041"/>
                    <a:pt x="119576" y="374303"/>
                    <a:pt x="22964" y="121996"/>
                  </a:cubicBezTo>
                  <a:cubicBezTo>
                    <a:pt x="7934" y="82715"/>
                    <a:pt x="0" y="41890"/>
                    <a:pt x="0" y="0"/>
                  </a:cubicBezTo>
                  <a:lnTo>
                    <a:pt x="0" y="487975"/>
                  </a:lnTo>
                  <a:cubicBezTo>
                    <a:pt x="0" y="798937"/>
                    <a:pt x="436940" y="1051017"/>
                    <a:pt x="975941" y="1051017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3596053" y="3275351"/>
              <a:ext cx="1951872" cy="891349"/>
            </a:xfrm>
            <a:custGeom>
              <a:rect b="b" l="l" r="r" t="t"/>
              <a:pathLst>
                <a:path extrusionOk="0" h="891349" w="1951872">
                  <a:moveTo>
                    <a:pt x="975941" y="891349"/>
                  </a:moveTo>
                  <a:cubicBezTo>
                    <a:pt x="509549" y="891349"/>
                    <a:pt x="119576" y="702611"/>
                    <a:pt x="22964" y="450294"/>
                  </a:cubicBezTo>
                  <a:cubicBezTo>
                    <a:pt x="7934" y="411013"/>
                    <a:pt x="0" y="370198"/>
                    <a:pt x="0" y="328307"/>
                  </a:cubicBezTo>
                  <a:cubicBezTo>
                    <a:pt x="0" y="205797"/>
                    <a:pt x="67827" y="92421"/>
                    <a:pt x="182994" y="0"/>
                  </a:cubicBezTo>
                  <a:lnTo>
                    <a:pt x="182994" y="311867"/>
                  </a:lnTo>
                  <a:cubicBezTo>
                    <a:pt x="182994" y="564527"/>
                    <a:pt x="538010" y="769343"/>
                    <a:pt x="975950" y="769343"/>
                  </a:cubicBezTo>
                  <a:cubicBezTo>
                    <a:pt x="1413881" y="769343"/>
                    <a:pt x="1768906" y="564527"/>
                    <a:pt x="1768906" y="311867"/>
                  </a:cubicBezTo>
                  <a:lnTo>
                    <a:pt x="1768906" y="9"/>
                  </a:lnTo>
                  <a:cubicBezTo>
                    <a:pt x="1884054" y="92430"/>
                    <a:pt x="1951872" y="205797"/>
                    <a:pt x="1951872" y="328307"/>
                  </a:cubicBezTo>
                  <a:cubicBezTo>
                    <a:pt x="1951872" y="370198"/>
                    <a:pt x="1943947" y="411013"/>
                    <a:pt x="1928907" y="450294"/>
                  </a:cubicBezTo>
                  <a:cubicBezTo>
                    <a:pt x="1832295" y="702611"/>
                    <a:pt x="1442323" y="891349"/>
                    <a:pt x="975941" y="891349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16"/>
          <p:cNvGrpSpPr/>
          <p:nvPr/>
        </p:nvGrpSpPr>
        <p:grpSpPr>
          <a:xfrm>
            <a:off x="3615104" y="3334054"/>
            <a:ext cx="1951876" cy="1379268"/>
            <a:chOff x="3596053" y="3275351"/>
            <a:chExt cx="1951876" cy="1379268"/>
          </a:xfrm>
        </p:grpSpPr>
        <p:sp>
          <p:nvSpPr>
            <p:cNvPr id="173" name="Google Shape;173;p16"/>
            <p:cNvSpPr/>
            <p:nvPr/>
          </p:nvSpPr>
          <p:spPr>
            <a:xfrm>
              <a:off x="3596053" y="3603605"/>
              <a:ext cx="1951876" cy="1051014"/>
            </a:xfrm>
            <a:custGeom>
              <a:rect b="b" l="l" r="r" t="t"/>
              <a:pathLst>
                <a:path extrusionOk="0" h="1051014" w="1951876">
                  <a:moveTo>
                    <a:pt x="975938" y="1051014"/>
                  </a:moveTo>
                  <a:cubicBezTo>
                    <a:pt x="1514933" y="1051014"/>
                    <a:pt x="1951876" y="798931"/>
                    <a:pt x="1951876" y="487973"/>
                  </a:cubicBezTo>
                  <a:lnTo>
                    <a:pt x="1951876" y="143647"/>
                  </a:lnTo>
                  <a:lnTo>
                    <a:pt x="1951876" y="0"/>
                  </a:lnTo>
                  <a:cubicBezTo>
                    <a:pt x="1951876" y="41890"/>
                    <a:pt x="1943947" y="82712"/>
                    <a:pt x="1928906" y="121993"/>
                  </a:cubicBezTo>
                  <a:cubicBezTo>
                    <a:pt x="1832300" y="374301"/>
                    <a:pt x="1442324" y="563041"/>
                    <a:pt x="975938" y="563041"/>
                  </a:cubicBezTo>
                  <a:cubicBezTo>
                    <a:pt x="509552" y="563041"/>
                    <a:pt x="119575" y="374301"/>
                    <a:pt x="22969" y="121993"/>
                  </a:cubicBezTo>
                  <a:cubicBezTo>
                    <a:pt x="7929" y="82712"/>
                    <a:pt x="0" y="41890"/>
                    <a:pt x="0" y="0"/>
                  </a:cubicBezTo>
                  <a:lnTo>
                    <a:pt x="0" y="143647"/>
                  </a:lnTo>
                  <a:lnTo>
                    <a:pt x="0" y="487973"/>
                  </a:lnTo>
                  <a:cubicBezTo>
                    <a:pt x="0" y="798931"/>
                    <a:pt x="436942" y="1051014"/>
                    <a:pt x="975938" y="1051014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3596053" y="3275351"/>
              <a:ext cx="1951876" cy="891346"/>
            </a:xfrm>
            <a:custGeom>
              <a:rect b="b" l="l" r="r" t="t"/>
              <a:pathLst>
                <a:path extrusionOk="0" h="891346" w="1951876">
                  <a:moveTo>
                    <a:pt x="975938" y="891346"/>
                  </a:moveTo>
                  <a:cubicBezTo>
                    <a:pt x="509552" y="891346"/>
                    <a:pt x="119575" y="702607"/>
                    <a:pt x="22969" y="450298"/>
                  </a:cubicBezTo>
                  <a:cubicBezTo>
                    <a:pt x="7929" y="411017"/>
                    <a:pt x="0" y="370195"/>
                    <a:pt x="0" y="328305"/>
                  </a:cubicBezTo>
                  <a:cubicBezTo>
                    <a:pt x="0" y="205792"/>
                    <a:pt x="67823" y="92419"/>
                    <a:pt x="182989" y="0"/>
                  </a:cubicBezTo>
                  <a:lnTo>
                    <a:pt x="182989" y="311870"/>
                  </a:lnTo>
                  <a:cubicBezTo>
                    <a:pt x="182989" y="564526"/>
                    <a:pt x="538008" y="769345"/>
                    <a:pt x="975946" y="769345"/>
                  </a:cubicBezTo>
                  <a:cubicBezTo>
                    <a:pt x="1413883" y="769345"/>
                    <a:pt x="1768902" y="564526"/>
                    <a:pt x="1768902" y="311870"/>
                  </a:cubicBezTo>
                  <a:lnTo>
                    <a:pt x="1768902" y="13"/>
                  </a:lnTo>
                  <a:cubicBezTo>
                    <a:pt x="1884058" y="92429"/>
                    <a:pt x="1951876" y="205798"/>
                    <a:pt x="1951876" y="328305"/>
                  </a:cubicBezTo>
                  <a:cubicBezTo>
                    <a:pt x="1951876" y="370195"/>
                    <a:pt x="1943947" y="411017"/>
                    <a:pt x="1928906" y="450298"/>
                  </a:cubicBezTo>
                  <a:cubicBezTo>
                    <a:pt x="1832300" y="702607"/>
                    <a:pt x="1442324" y="891346"/>
                    <a:pt x="975938" y="891346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6"/>
          <p:cNvGrpSpPr/>
          <p:nvPr/>
        </p:nvGrpSpPr>
        <p:grpSpPr>
          <a:xfrm>
            <a:off x="3798094" y="2865578"/>
            <a:ext cx="1585912" cy="1237887"/>
            <a:chOff x="3779043" y="2806875"/>
            <a:chExt cx="1585912" cy="1237887"/>
          </a:xfrm>
        </p:grpSpPr>
        <p:sp>
          <p:nvSpPr>
            <p:cNvPr id="176" name="Google Shape;176;p16"/>
            <p:cNvSpPr/>
            <p:nvPr/>
          </p:nvSpPr>
          <p:spPr>
            <a:xfrm>
              <a:off x="3779043" y="3099311"/>
              <a:ext cx="1585912" cy="945451"/>
            </a:xfrm>
            <a:custGeom>
              <a:rect b="b" l="l" r="r" t="t"/>
              <a:pathLst>
                <a:path extrusionOk="0" h="945451" w="1585912">
                  <a:moveTo>
                    <a:pt x="792956" y="945451"/>
                  </a:moveTo>
                  <a:cubicBezTo>
                    <a:pt x="1230896" y="945451"/>
                    <a:pt x="1585912" y="740625"/>
                    <a:pt x="1585912" y="487975"/>
                  </a:cubicBezTo>
                  <a:lnTo>
                    <a:pt x="1585912" y="0"/>
                  </a:lnTo>
                  <a:cubicBezTo>
                    <a:pt x="1585912" y="42243"/>
                    <a:pt x="1575987" y="83153"/>
                    <a:pt x="1557404" y="121996"/>
                  </a:cubicBezTo>
                  <a:cubicBezTo>
                    <a:pt x="1464868" y="315420"/>
                    <a:pt x="1157668" y="457476"/>
                    <a:pt x="792956" y="457476"/>
                  </a:cubicBezTo>
                  <a:cubicBezTo>
                    <a:pt x="428243" y="457476"/>
                    <a:pt x="121043" y="315420"/>
                    <a:pt x="28508" y="121996"/>
                  </a:cubicBezTo>
                  <a:cubicBezTo>
                    <a:pt x="9925" y="83153"/>
                    <a:pt x="0" y="42243"/>
                    <a:pt x="0" y="0"/>
                  </a:cubicBezTo>
                  <a:lnTo>
                    <a:pt x="0" y="487975"/>
                  </a:lnTo>
                  <a:cubicBezTo>
                    <a:pt x="0" y="740625"/>
                    <a:pt x="355015" y="945451"/>
                    <a:pt x="792956" y="945451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3779043" y="2806875"/>
              <a:ext cx="1585912" cy="749808"/>
            </a:xfrm>
            <a:custGeom>
              <a:rect b="b" l="l" r="r" t="t"/>
              <a:pathLst>
                <a:path extrusionOk="0" h="749808" w="1585912">
                  <a:moveTo>
                    <a:pt x="1585912" y="292331"/>
                  </a:moveTo>
                  <a:cubicBezTo>
                    <a:pt x="1585912" y="334584"/>
                    <a:pt x="1575987" y="375485"/>
                    <a:pt x="1557404" y="414327"/>
                  </a:cubicBezTo>
                  <a:cubicBezTo>
                    <a:pt x="1464868" y="607761"/>
                    <a:pt x="1157668" y="749808"/>
                    <a:pt x="792956" y="749808"/>
                  </a:cubicBezTo>
                  <a:cubicBezTo>
                    <a:pt x="428243" y="749808"/>
                    <a:pt x="121043" y="607761"/>
                    <a:pt x="28508" y="414327"/>
                  </a:cubicBezTo>
                  <a:cubicBezTo>
                    <a:pt x="9925" y="375485"/>
                    <a:pt x="0" y="334584"/>
                    <a:pt x="0" y="292331"/>
                  </a:cubicBezTo>
                  <a:cubicBezTo>
                    <a:pt x="0" y="181175"/>
                    <a:pt x="68722" y="79276"/>
                    <a:pt x="182994" y="0"/>
                  </a:cubicBezTo>
                  <a:lnTo>
                    <a:pt x="182994" y="275910"/>
                  </a:lnTo>
                  <a:cubicBezTo>
                    <a:pt x="182994" y="470268"/>
                    <a:pt x="456085" y="627821"/>
                    <a:pt x="792956" y="627821"/>
                  </a:cubicBezTo>
                  <a:cubicBezTo>
                    <a:pt x="1129826" y="627821"/>
                    <a:pt x="1402918" y="470268"/>
                    <a:pt x="1402918" y="275910"/>
                  </a:cubicBezTo>
                  <a:lnTo>
                    <a:pt x="1402918" y="0"/>
                  </a:lnTo>
                  <a:cubicBezTo>
                    <a:pt x="1517189" y="79276"/>
                    <a:pt x="1585912" y="181175"/>
                    <a:pt x="1585912" y="292331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6"/>
          <p:cNvGrpSpPr/>
          <p:nvPr/>
        </p:nvGrpSpPr>
        <p:grpSpPr>
          <a:xfrm>
            <a:off x="3798094" y="2865579"/>
            <a:ext cx="1585912" cy="1237881"/>
            <a:chOff x="3779043" y="2806876"/>
            <a:chExt cx="1585912" cy="1237881"/>
          </a:xfrm>
        </p:grpSpPr>
        <p:sp>
          <p:nvSpPr>
            <p:cNvPr id="179" name="Google Shape;179;p16"/>
            <p:cNvSpPr/>
            <p:nvPr/>
          </p:nvSpPr>
          <p:spPr>
            <a:xfrm>
              <a:off x="3779043" y="3099310"/>
              <a:ext cx="1585912" cy="945447"/>
            </a:xfrm>
            <a:custGeom>
              <a:rect b="b" l="l" r="r" t="t"/>
              <a:pathLst>
                <a:path extrusionOk="0" h="945447" w="1585912">
                  <a:moveTo>
                    <a:pt x="792956" y="945447"/>
                  </a:moveTo>
                  <a:cubicBezTo>
                    <a:pt x="1230893" y="945447"/>
                    <a:pt x="1585912" y="740629"/>
                    <a:pt x="1585912" y="487973"/>
                  </a:cubicBezTo>
                  <a:lnTo>
                    <a:pt x="1585912" y="176114"/>
                  </a:lnTo>
                  <a:lnTo>
                    <a:pt x="1585912" y="0"/>
                  </a:lnTo>
                  <a:cubicBezTo>
                    <a:pt x="1585912" y="42246"/>
                    <a:pt x="1575986" y="83155"/>
                    <a:pt x="1557406" y="121993"/>
                  </a:cubicBezTo>
                  <a:cubicBezTo>
                    <a:pt x="1464868" y="315424"/>
                    <a:pt x="1157666" y="457474"/>
                    <a:pt x="792956" y="457474"/>
                  </a:cubicBezTo>
                  <a:cubicBezTo>
                    <a:pt x="428246" y="457474"/>
                    <a:pt x="121043" y="315424"/>
                    <a:pt x="28505" y="121993"/>
                  </a:cubicBezTo>
                  <a:cubicBezTo>
                    <a:pt x="9926" y="83155"/>
                    <a:pt x="0" y="42246"/>
                    <a:pt x="0" y="0"/>
                  </a:cubicBezTo>
                  <a:lnTo>
                    <a:pt x="0" y="176102"/>
                  </a:lnTo>
                  <a:lnTo>
                    <a:pt x="0" y="487973"/>
                  </a:lnTo>
                  <a:cubicBezTo>
                    <a:pt x="0" y="740629"/>
                    <a:pt x="355018" y="945447"/>
                    <a:pt x="792956" y="945447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779043" y="2806876"/>
              <a:ext cx="1585912" cy="749806"/>
            </a:xfrm>
            <a:custGeom>
              <a:rect b="b" l="l" r="r" t="t"/>
              <a:pathLst>
                <a:path extrusionOk="0" h="749806" w="1585912">
                  <a:moveTo>
                    <a:pt x="1585912" y="292331"/>
                  </a:moveTo>
                  <a:cubicBezTo>
                    <a:pt x="1585912" y="334578"/>
                    <a:pt x="1575986" y="375487"/>
                    <a:pt x="1557406" y="414324"/>
                  </a:cubicBezTo>
                  <a:cubicBezTo>
                    <a:pt x="1464868" y="607756"/>
                    <a:pt x="1157666" y="749806"/>
                    <a:pt x="792956" y="749806"/>
                  </a:cubicBezTo>
                  <a:cubicBezTo>
                    <a:pt x="428246" y="749806"/>
                    <a:pt x="121043" y="607756"/>
                    <a:pt x="28505" y="414324"/>
                  </a:cubicBezTo>
                  <a:cubicBezTo>
                    <a:pt x="9926" y="375487"/>
                    <a:pt x="0" y="334578"/>
                    <a:pt x="0" y="292331"/>
                  </a:cubicBezTo>
                  <a:cubicBezTo>
                    <a:pt x="0" y="181171"/>
                    <a:pt x="68720" y="79271"/>
                    <a:pt x="182989" y="0"/>
                  </a:cubicBezTo>
                  <a:lnTo>
                    <a:pt x="182989" y="275912"/>
                  </a:lnTo>
                  <a:cubicBezTo>
                    <a:pt x="182989" y="470263"/>
                    <a:pt x="456080" y="627815"/>
                    <a:pt x="792956" y="627815"/>
                  </a:cubicBezTo>
                  <a:cubicBezTo>
                    <a:pt x="1129831" y="627815"/>
                    <a:pt x="1402922" y="470263"/>
                    <a:pt x="1402922" y="275912"/>
                  </a:cubicBezTo>
                  <a:lnTo>
                    <a:pt x="1402922" y="0"/>
                  </a:lnTo>
                  <a:cubicBezTo>
                    <a:pt x="1517191" y="79271"/>
                    <a:pt x="1585912" y="181171"/>
                    <a:pt x="1585912" y="292331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6"/>
          <p:cNvGrpSpPr/>
          <p:nvPr/>
        </p:nvGrpSpPr>
        <p:grpSpPr>
          <a:xfrm>
            <a:off x="3981084" y="2402309"/>
            <a:ext cx="1219933" cy="1091213"/>
            <a:chOff x="3962033" y="2343606"/>
            <a:chExt cx="1219933" cy="1091213"/>
          </a:xfrm>
        </p:grpSpPr>
        <p:sp>
          <p:nvSpPr>
            <p:cNvPr id="182" name="Google Shape;182;p16"/>
            <p:cNvSpPr/>
            <p:nvPr/>
          </p:nvSpPr>
          <p:spPr>
            <a:xfrm>
              <a:off x="3962033" y="2594943"/>
              <a:ext cx="1219933" cy="839876"/>
            </a:xfrm>
            <a:custGeom>
              <a:rect b="b" l="l" r="r" t="t"/>
              <a:pathLst>
                <a:path extrusionOk="0" h="839876" w="1219933">
                  <a:moveTo>
                    <a:pt x="609961" y="839876"/>
                  </a:moveTo>
                  <a:cubicBezTo>
                    <a:pt x="946842" y="839876"/>
                    <a:pt x="1219933" y="682323"/>
                    <a:pt x="1219933" y="487965"/>
                  </a:cubicBezTo>
                  <a:lnTo>
                    <a:pt x="1219933" y="0"/>
                  </a:lnTo>
                  <a:cubicBezTo>
                    <a:pt x="1219933" y="42881"/>
                    <a:pt x="1206636" y="83981"/>
                    <a:pt x="1182281" y="121986"/>
                  </a:cubicBezTo>
                  <a:cubicBezTo>
                    <a:pt x="1096298" y="256212"/>
                    <a:pt x="872499" y="351901"/>
                    <a:pt x="609961" y="351901"/>
                  </a:cubicBezTo>
                  <a:cubicBezTo>
                    <a:pt x="347433" y="351901"/>
                    <a:pt x="123634" y="256212"/>
                    <a:pt x="37652" y="121986"/>
                  </a:cubicBezTo>
                  <a:cubicBezTo>
                    <a:pt x="13296" y="83981"/>
                    <a:pt x="0" y="42881"/>
                    <a:pt x="0" y="0"/>
                  </a:cubicBezTo>
                  <a:lnTo>
                    <a:pt x="0" y="487965"/>
                  </a:lnTo>
                  <a:cubicBezTo>
                    <a:pt x="0" y="682323"/>
                    <a:pt x="273091" y="839876"/>
                    <a:pt x="609961" y="839876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3962033" y="2343606"/>
              <a:ext cx="1219933" cy="603208"/>
            </a:xfrm>
            <a:custGeom>
              <a:rect b="b" l="l" r="r" t="t"/>
              <a:pathLst>
                <a:path extrusionOk="0" h="603208" w="1219933">
                  <a:moveTo>
                    <a:pt x="1219933" y="251307"/>
                  </a:moveTo>
                  <a:cubicBezTo>
                    <a:pt x="1219933" y="294198"/>
                    <a:pt x="1206636" y="335299"/>
                    <a:pt x="1182281" y="373303"/>
                  </a:cubicBezTo>
                  <a:cubicBezTo>
                    <a:pt x="1096298" y="507520"/>
                    <a:pt x="872499" y="603208"/>
                    <a:pt x="609961" y="603208"/>
                  </a:cubicBezTo>
                  <a:cubicBezTo>
                    <a:pt x="347433" y="603208"/>
                    <a:pt x="123634" y="507520"/>
                    <a:pt x="37652" y="373303"/>
                  </a:cubicBezTo>
                  <a:cubicBezTo>
                    <a:pt x="13296" y="335299"/>
                    <a:pt x="0" y="294198"/>
                    <a:pt x="0" y="251307"/>
                  </a:cubicBezTo>
                  <a:cubicBezTo>
                    <a:pt x="0" y="152866"/>
                    <a:pt x="70065" y="63865"/>
                    <a:pt x="182994" y="0"/>
                  </a:cubicBezTo>
                  <a:lnTo>
                    <a:pt x="182994" y="234886"/>
                  </a:lnTo>
                  <a:cubicBezTo>
                    <a:pt x="182994" y="370932"/>
                    <a:pt x="374151" y="481222"/>
                    <a:pt x="609961" y="481222"/>
                  </a:cubicBezTo>
                  <a:cubicBezTo>
                    <a:pt x="845781" y="481222"/>
                    <a:pt x="1036939" y="370932"/>
                    <a:pt x="1036939" y="234886"/>
                  </a:cubicBezTo>
                  <a:lnTo>
                    <a:pt x="1036939" y="0"/>
                  </a:lnTo>
                  <a:cubicBezTo>
                    <a:pt x="1149867" y="63865"/>
                    <a:pt x="1219933" y="152866"/>
                    <a:pt x="1219933" y="251307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6"/>
          <p:cNvGrpSpPr/>
          <p:nvPr/>
        </p:nvGrpSpPr>
        <p:grpSpPr>
          <a:xfrm>
            <a:off x="3981084" y="2402309"/>
            <a:ext cx="1219932" cy="1091210"/>
            <a:chOff x="3962033" y="2343606"/>
            <a:chExt cx="1219932" cy="1091210"/>
          </a:xfrm>
        </p:grpSpPr>
        <p:sp>
          <p:nvSpPr>
            <p:cNvPr id="185" name="Google Shape;185;p16"/>
            <p:cNvSpPr/>
            <p:nvPr/>
          </p:nvSpPr>
          <p:spPr>
            <a:xfrm>
              <a:off x="3962033" y="2594940"/>
              <a:ext cx="1219932" cy="839876"/>
            </a:xfrm>
            <a:custGeom>
              <a:rect b="b" l="l" r="r" t="t"/>
              <a:pathLst>
                <a:path extrusionOk="0" h="839876" w="1219932">
                  <a:moveTo>
                    <a:pt x="609966" y="839876"/>
                  </a:moveTo>
                  <a:cubicBezTo>
                    <a:pt x="946841" y="839876"/>
                    <a:pt x="1219932" y="682323"/>
                    <a:pt x="1219932" y="487973"/>
                  </a:cubicBezTo>
                  <a:lnTo>
                    <a:pt x="1219932" y="212060"/>
                  </a:lnTo>
                  <a:lnTo>
                    <a:pt x="1219932" y="0"/>
                  </a:lnTo>
                  <a:cubicBezTo>
                    <a:pt x="1219932" y="42888"/>
                    <a:pt x="1206633" y="83986"/>
                    <a:pt x="1182284" y="121993"/>
                  </a:cubicBezTo>
                  <a:cubicBezTo>
                    <a:pt x="1096295" y="256215"/>
                    <a:pt x="872500" y="351903"/>
                    <a:pt x="609966" y="351903"/>
                  </a:cubicBezTo>
                  <a:cubicBezTo>
                    <a:pt x="347431" y="351903"/>
                    <a:pt x="123637" y="256215"/>
                    <a:pt x="37648" y="121993"/>
                  </a:cubicBezTo>
                  <a:cubicBezTo>
                    <a:pt x="13299" y="83986"/>
                    <a:pt x="0" y="42888"/>
                    <a:pt x="0" y="0"/>
                  </a:cubicBezTo>
                  <a:lnTo>
                    <a:pt x="0" y="212060"/>
                  </a:lnTo>
                  <a:lnTo>
                    <a:pt x="0" y="487973"/>
                  </a:lnTo>
                  <a:cubicBezTo>
                    <a:pt x="0" y="682323"/>
                    <a:pt x="273091" y="839876"/>
                    <a:pt x="609966" y="839876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3962033" y="2343606"/>
              <a:ext cx="1219932" cy="603213"/>
            </a:xfrm>
            <a:custGeom>
              <a:rect b="b" l="l" r="r" t="t"/>
              <a:pathLst>
                <a:path extrusionOk="0" h="603213" w="1219932">
                  <a:moveTo>
                    <a:pt x="1219932" y="251309"/>
                  </a:moveTo>
                  <a:cubicBezTo>
                    <a:pt x="1219932" y="294198"/>
                    <a:pt x="1206633" y="335295"/>
                    <a:pt x="1182284" y="373302"/>
                  </a:cubicBezTo>
                  <a:cubicBezTo>
                    <a:pt x="1096295" y="507524"/>
                    <a:pt x="872500" y="603213"/>
                    <a:pt x="609966" y="603213"/>
                  </a:cubicBezTo>
                  <a:cubicBezTo>
                    <a:pt x="347431" y="603213"/>
                    <a:pt x="123637" y="507524"/>
                    <a:pt x="37648" y="373302"/>
                  </a:cubicBezTo>
                  <a:cubicBezTo>
                    <a:pt x="13299" y="335295"/>
                    <a:pt x="0" y="294198"/>
                    <a:pt x="0" y="251309"/>
                  </a:cubicBezTo>
                  <a:cubicBezTo>
                    <a:pt x="0" y="152868"/>
                    <a:pt x="70062" y="63867"/>
                    <a:pt x="182989" y="0"/>
                  </a:cubicBezTo>
                  <a:lnTo>
                    <a:pt x="182989" y="234890"/>
                  </a:lnTo>
                  <a:cubicBezTo>
                    <a:pt x="182989" y="370935"/>
                    <a:pt x="374153" y="481222"/>
                    <a:pt x="609966" y="481222"/>
                  </a:cubicBezTo>
                  <a:cubicBezTo>
                    <a:pt x="845779" y="481222"/>
                    <a:pt x="1036942" y="370935"/>
                    <a:pt x="1036942" y="234890"/>
                  </a:cubicBezTo>
                  <a:lnTo>
                    <a:pt x="1036942" y="0"/>
                  </a:lnTo>
                  <a:cubicBezTo>
                    <a:pt x="1149869" y="63867"/>
                    <a:pt x="1219932" y="152868"/>
                    <a:pt x="1219932" y="251309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6"/>
          <p:cNvGrpSpPr/>
          <p:nvPr/>
        </p:nvGrpSpPr>
        <p:grpSpPr>
          <a:xfrm>
            <a:off x="4164074" y="1902899"/>
            <a:ext cx="853954" cy="980636"/>
            <a:chOff x="4145023" y="1844196"/>
            <a:chExt cx="853954" cy="980636"/>
          </a:xfrm>
        </p:grpSpPr>
        <p:sp>
          <p:nvSpPr>
            <p:cNvPr id="188" name="Google Shape;188;p16"/>
            <p:cNvSpPr/>
            <p:nvPr/>
          </p:nvSpPr>
          <p:spPr>
            <a:xfrm>
              <a:off x="4145023" y="2090522"/>
              <a:ext cx="853954" cy="734310"/>
            </a:xfrm>
            <a:custGeom>
              <a:rect b="b" l="l" r="r" t="t"/>
              <a:pathLst>
                <a:path extrusionOk="0" h="734310" w="853954">
                  <a:moveTo>
                    <a:pt x="426977" y="734310"/>
                  </a:moveTo>
                  <a:cubicBezTo>
                    <a:pt x="662787" y="734310"/>
                    <a:pt x="853954" y="624020"/>
                    <a:pt x="853954" y="487975"/>
                  </a:cubicBezTo>
                  <a:lnTo>
                    <a:pt x="853954" y="0"/>
                  </a:lnTo>
                  <a:cubicBezTo>
                    <a:pt x="853954" y="44386"/>
                    <a:pt x="833608" y="86029"/>
                    <a:pt x="797994" y="121996"/>
                  </a:cubicBezTo>
                  <a:cubicBezTo>
                    <a:pt x="724471" y="196272"/>
                    <a:pt x="585854" y="246335"/>
                    <a:pt x="426977" y="246335"/>
                  </a:cubicBezTo>
                  <a:cubicBezTo>
                    <a:pt x="268100" y="246335"/>
                    <a:pt x="129482" y="196272"/>
                    <a:pt x="55949" y="121996"/>
                  </a:cubicBezTo>
                  <a:cubicBezTo>
                    <a:pt x="20345" y="86029"/>
                    <a:pt x="0" y="44386"/>
                    <a:pt x="0" y="0"/>
                  </a:cubicBezTo>
                  <a:lnTo>
                    <a:pt x="0" y="487975"/>
                  </a:lnTo>
                  <a:cubicBezTo>
                    <a:pt x="0" y="624020"/>
                    <a:pt x="191166" y="734310"/>
                    <a:pt x="426977" y="734310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145023" y="1844196"/>
              <a:ext cx="853954" cy="492661"/>
            </a:xfrm>
            <a:custGeom>
              <a:rect b="b" l="l" r="r" t="t"/>
              <a:pathLst>
                <a:path extrusionOk="0" h="492661" w="853954">
                  <a:moveTo>
                    <a:pt x="426977" y="0"/>
                  </a:moveTo>
                  <a:cubicBezTo>
                    <a:pt x="191166" y="0"/>
                    <a:pt x="0" y="110289"/>
                    <a:pt x="0" y="246335"/>
                  </a:cubicBezTo>
                  <a:cubicBezTo>
                    <a:pt x="0" y="290712"/>
                    <a:pt x="20345" y="332355"/>
                    <a:pt x="55949" y="368322"/>
                  </a:cubicBezTo>
                  <a:cubicBezTo>
                    <a:pt x="129482" y="442598"/>
                    <a:pt x="268100" y="492661"/>
                    <a:pt x="426977" y="492661"/>
                  </a:cubicBezTo>
                  <a:cubicBezTo>
                    <a:pt x="585854" y="492661"/>
                    <a:pt x="724471" y="442598"/>
                    <a:pt x="797994" y="368322"/>
                  </a:cubicBezTo>
                  <a:cubicBezTo>
                    <a:pt x="833608" y="332355"/>
                    <a:pt x="853954" y="290712"/>
                    <a:pt x="853954" y="246335"/>
                  </a:cubicBezTo>
                  <a:cubicBezTo>
                    <a:pt x="853954" y="110289"/>
                    <a:pt x="662787" y="0"/>
                    <a:pt x="426977" y="0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6"/>
          <p:cNvGrpSpPr/>
          <p:nvPr/>
        </p:nvGrpSpPr>
        <p:grpSpPr>
          <a:xfrm>
            <a:off x="4164074" y="1902899"/>
            <a:ext cx="853952" cy="980635"/>
            <a:chOff x="4145023" y="1844196"/>
            <a:chExt cx="853952" cy="980635"/>
          </a:xfrm>
        </p:grpSpPr>
        <p:sp>
          <p:nvSpPr>
            <p:cNvPr id="191" name="Google Shape;191;p16"/>
            <p:cNvSpPr/>
            <p:nvPr/>
          </p:nvSpPr>
          <p:spPr>
            <a:xfrm>
              <a:off x="4145023" y="2090526"/>
              <a:ext cx="853952" cy="734305"/>
            </a:xfrm>
            <a:custGeom>
              <a:rect b="b" l="l" r="r" t="t"/>
              <a:pathLst>
                <a:path extrusionOk="0" h="734305" w="853952">
                  <a:moveTo>
                    <a:pt x="426976" y="734305"/>
                  </a:moveTo>
                  <a:cubicBezTo>
                    <a:pt x="662789" y="734305"/>
                    <a:pt x="853952" y="624018"/>
                    <a:pt x="853952" y="487973"/>
                  </a:cubicBezTo>
                  <a:lnTo>
                    <a:pt x="853952" y="253082"/>
                  </a:lnTo>
                  <a:lnTo>
                    <a:pt x="853952" y="0"/>
                  </a:lnTo>
                  <a:cubicBezTo>
                    <a:pt x="853952" y="44384"/>
                    <a:pt x="833605" y="86027"/>
                    <a:pt x="797999" y="121993"/>
                  </a:cubicBezTo>
                  <a:cubicBezTo>
                    <a:pt x="724467" y="196268"/>
                    <a:pt x="585855" y="246332"/>
                    <a:pt x="426976" y="246332"/>
                  </a:cubicBezTo>
                  <a:cubicBezTo>
                    <a:pt x="268097" y="246332"/>
                    <a:pt x="129485" y="196268"/>
                    <a:pt x="55953" y="121993"/>
                  </a:cubicBezTo>
                  <a:cubicBezTo>
                    <a:pt x="20347" y="86027"/>
                    <a:pt x="0" y="44384"/>
                    <a:pt x="0" y="0"/>
                  </a:cubicBezTo>
                  <a:lnTo>
                    <a:pt x="0" y="253082"/>
                  </a:lnTo>
                  <a:lnTo>
                    <a:pt x="0" y="487973"/>
                  </a:lnTo>
                  <a:cubicBezTo>
                    <a:pt x="0" y="624018"/>
                    <a:pt x="191163" y="734305"/>
                    <a:pt x="426976" y="734305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4145023" y="1844196"/>
              <a:ext cx="853952" cy="492664"/>
            </a:xfrm>
            <a:custGeom>
              <a:rect b="b" l="l" r="r" t="t"/>
              <a:pathLst>
                <a:path extrusionOk="0" h="492664" w="853952">
                  <a:moveTo>
                    <a:pt x="426976" y="0"/>
                  </a:moveTo>
                  <a:cubicBezTo>
                    <a:pt x="191163" y="0"/>
                    <a:pt x="0" y="110287"/>
                    <a:pt x="0" y="246331"/>
                  </a:cubicBezTo>
                  <a:cubicBezTo>
                    <a:pt x="0" y="290717"/>
                    <a:pt x="20347" y="332359"/>
                    <a:pt x="55953" y="368325"/>
                  </a:cubicBezTo>
                  <a:cubicBezTo>
                    <a:pt x="129485" y="442600"/>
                    <a:pt x="268097" y="492664"/>
                    <a:pt x="426976" y="492664"/>
                  </a:cubicBezTo>
                  <a:cubicBezTo>
                    <a:pt x="585855" y="492664"/>
                    <a:pt x="724467" y="442600"/>
                    <a:pt x="797999" y="368325"/>
                  </a:cubicBezTo>
                  <a:cubicBezTo>
                    <a:pt x="833605" y="332359"/>
                    <a:pt x="853952" y="290717"/>
                    <a:pt x="853952" y="246331"/>
                  </a:cubicBezTo>
                  <a:cubicBezTo>
                    <a:pt x="853952" y="110287"/>
                    <a:pt x="662789" y="0"/>
                    <a:pt x="426976" y="0"/>
                  </a:cubicBezTo>
                  <a:close/>
                </a:path>
              </a:pathLst>
            </a:custGeom>
            <a:noFill/>
            <a:ln cap="flat" cmpd="sng" w="30475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16"/>
          <p:cNvSpPr/>
          <p:nvPr/>
        </p:nvSpPr>
        <p:spPr>
          <a:xfrm>
            <a:off x="2933979" y="1902889"/>
            <a:ext cx="386305" cy="487975"/>
          </a:xfrm>
          <a:custGeom>
            <a:rect b="b" l="l" r="r" t="t"/>
            <a:pathLst>
              <a:path extrusionOk="0" h="487975" w="386305">
                <a:moveTo>
                  <a:pt x="374313" y="91497"/>
                </a:moveTo>
                <a:lnTo>
                  <a:pt x="294808" y="11991"/>
                </a:lnTo>
                <a:cubicBezTo>
                  <a:pt x="287226" y="4362"/>
                  <a:pt x="276910" y="47"/>
                  <a:pt x="266147" y="0"/>
                </a:cubicBezTo>
                <a:lnTo>
                  <a:pt x="40662" y="0"/>
                </a:lnTo>
                <a:cubicBezTo>
                  <a:pt x="18202" y="0"/>
                  <a:pt x="0" y="18202"/>
                  <a:pt x="0" y="40662"/>
                </a:cubicBezTo>
                <a:lnTo>
                  <a:pt x="0" y="447313"/>
                </a:lnTo>
                <a:cubicBezTo>
                  <a:pt x="0" y="469763"/>
                  <a:pt x="18202" y="487975"/>
                  <a:pt x="40662" y="487975"/>
                </a:cubicBezTo>
                <a:lnTo>
                  <a:pt x="345643" y="487975"/>
                </a:lnTo>
                <a:cubicBezTo>
                  <a:pt x="368103" y="487975"/>
                  <a:pt x="386305" y="469763"/>
                  <a:pt x="386305" y="447313"/>
                </a:cubicBezTo>
                <a:lnTo>
                  <a:pt x="386305" y="120167"/>
                </a:lnTo>
                <a:cubicBezTo>
                  <a:pt x="386257" y="109394"/>
                  <a:pt x="381952" y="99088"/>
                  <a:pt x="374313" y="91497"/>
                </a:cubicBezTo>
                <a:moveTo>
                  <a:pt x="345643" y="437140"/>
                </a:moveTo>
                <a:cubicBezTo>
                  <a:pt x="345643" y="442760"/>
                  <a:pt x="341090" y="447313"/>
                  <a:pt x="335480" y="447313"/>
                </a:cubicBezTo>
                <a:lnTo>
                  <a:pt x="50825" y="447313"/>
                </a:lnTo>
                <a:cubicBezTo>
                  <a:pt x="45215" y="447313"/>
                  <a:pt x="40662" y="442760"/>
                  <a:pt x="40662" y="437140"/>
                </a:cubicBezTo>
                <a:lnTo>
                  <a:pt x="40662" y="50834"/>
                </a:lnTo>
                <a:cubicBezTo>
                  <a:pt x="40662" y="45215"/>
                  <a:pt x="45215" y="40662"/>
                  <a:pt x="50825" y="40662"/>
                </a:cubicBezTo>
                <a:lnTo>
                  <a:pt x="257603" y="40662"/>
                </a:lnTo>
                <a:cubicBezTo>
                  <a:pt x="263013" y="40633"/>
                  <a:pt x="268204" y="42757"/>
                  <a:pt x="272043" y="46558"/>
                </a:cubicBezTo>
                <a:lnTo>
                  <a:pt x="339747" y="114271"/>
                </a:lnTo>
                <a:cubicBezTo>
                  <a:pt x="343557" y="118100"/>
                  <a:pt x="345671" y="123301"/>
                  <a:pt x="345643" y="128701"/>
                </a:cubicBezTo>
                <a:lnTo>
                  <a:pt x="345643" y="437140"/>
                </a:lnTo>
                <a:moveTo>
                  <a:pt x="121986" y="152495"/>
                </a:moveTo>
                <a:lnTo>
                  <a:pt x="121986" y="167744"/>
                </a:lnTo>
                <a:cubicBezTo>
                  <a:pt x="121986" y="176164"/>
                  <a:pt x="128816" y="182994"/>
                  <a:pt x="137236" y="182994"/>
                </a:cubicBezTo>
                <a:cubicBezTo>
                  <a:pt x="145656" y="182994"/>
                  <a:pt x="152485" y="176164"/>
                  <a:pt x="152485" y="167744"/>
                </a:cubicBezTo>
                <a:lnTo>
                  <a:pt x="152485" y="152495"/>
                </a:lnTo>
                <a:cubicBezTo>
                  <a:pt x="152485" y="146875"/>
                  <a:pt x="157038" y="142322"/>
                  <a:pt x="162648" y="142322"/>
                </a:cubicBezTo>
                <a:lnTo>
                  <a:pt x="177898" y="142322"/>
                </a:lnTo>
                <a:cubicBezTo>
                  <a:pt x="186328" y="142322"/>
                  <a:pt x="193147" y="135502"/>
                  <a:pt x="193147" y="127073"/>
                </a:cubicBezTo>
                <a:cubicBezTo>
                  <a:pt x="193147" y="118652"/>
                  <a:pt x="186328" y="111823"/>
                  <a:pt x="177898" y="111823"/>
                </a:cubicBezTo>
                <a:lnTo>
                  <a:pt x="162648" y="111823"/>
                </a:lnTo>
                <a:cubicBezTo>
                  <a:pt x="157038" y="111823"/>
                  <a:pt x="152485" y="107280"/>
                  <a:pt x="152485" y="101660"/>
                </a:cubicBezTo>
                <a:lnTo>
                  <a:pt x="152485" y="86410"/>
                </a:lnTo>
                <a:cubicBezTo>
                  <a:pt x="152485" y="77990"/>
                  <a:pt x="145656" y="71161"/>
                  <a:pt x="137236" y="71161"/>
                </a:cubicBezTo>
                <a:cubicBezTo>
                  <a:pt x="128816" y="71161"/>
                  <a:pt x="121986" y="77990"/>
                  <a:pt x="121986" y="86410"/>
                </a:cubicBezTo>
                <a:lnTo>
                  <a:pt x="121986" y="101660"/>
                </a:lnTo>
                <a:cubicBezTo>
                  <a:pt x="121986" y="107280"/>
                  <a:pt x="117433" y="111823"/>
                  <a:pt x="111823" y="111823"/>
                </a:cubicBezTo>
                <a:lnTo>
                  <a:pt x="96573" y="111823"/>
                </a:lnTo>
                <a:cubicBezTo>
                  <a:pt x="88153" y="111823"/>
                  <a:pt x="81324" y="118652"/>
                  <a:pt x="81324" y="127073"/>
                </a:cubicBezTo>
                <a:cubicBezTo>
                  <a:pt x="81324" y="135502"/>
                  <a:pt x="88153" y="142322"/>
                  <a:pt x="96573" y="142322"/>
                </a:cubicBezTo>
                <a:lnTo>
                  <a:pt x="111823" y="142322"/>
                </a:lnTo>
                <a:cubicBezTo>
                  <a:pt x="117433" y="142322"/>
                  <a:pt x="121986" y="146875"/>
                  <a:pt x="121986" y="152495"/>
                </a:cubicBezTo>
                <a:moveTo>
                  <a:pt x="315144" y="212474"/>
                </a:moveTo>
                <a:cubicBezTo>
                  <a:pt x="318973" y="206568"/>
                  <a:pt x="318268" y="198824"/>
                  <a:pt x="313439" y="193709"/>
                </a:cubicBezTo>
                <a:cubicBezTo>
                  <a:pt x="308619" y="188595"/>
                  <a:pt x="300923" y="187442"/>
                  <a:pt x="294808" y="190919"/>
                </a:cubicBezTo>
                <a:lnTo>
                  <a:pt x="284035" y="201691"/>
                </a:lnTo>
                <a:cubicBezTo>
                  <a:pt x="282130" y="203615"/>
                  <a:pt x="279530" y="204701"/>
                  <a:pt x="276815" y="204701"/>
                </a:cubicBezTo>
                <a:cubicBezTo>
                  <a:pt x="274110" y="204701"/>
                  <a:pt x="271510" y="203615"/>
                  <a:pt x="269605" y="201691"/>
                </a:cubicBezTo>
                <a:lnTo>
                  <a:pt x="258822" y="190919"/>
                </a:lnTo>
                <a:cubicBezTo>
                  <a:pt x="252812" y="185318"/>
                  <a:pt x="243449" y="185489"/>
                  <a:pt x="237648" y="191290"/>
                </a:cubicBezTo>
                <a:cubicBezTo>
                  <a:pt x="231838" y="197100"/>
                  <a:pt x="231676" y="206463"/>
                  <a:pt x="237277" y="212474"/>
                </a:cubicBezTo>
                <a:lnTo>
                  <a:pt x="248050" y="223246"/>
                </a:lnTo>
                <a:cubicBezTo>
                  <a:pt x="249974" y="225151"/>
                  <a:pt x="251059" y="227752"/>
                  <a:pt x="251059" y="230466"/>
                </a:cubicBezTo>
                <a:cubicBezTo>
                  <a:pt x="251059" y="233171"/>
                  <a:pt x="249974" y="235772"/>
                  <a:pt x="248050" y="237686"/>
                </a:cubicBezTo>
                <a:lnTo>
                  <a:pt x="237277" y="248459"/>
                </a:lnTo>
                <a:cubicBezTo>
                  <a:pt x="231676" y="254469"/>
                  <a:pt x="231838" y="263832"/>
                  <a:pt x="237648" y="269633"/>
                </a:cubicBezTo>
                <a:cubicBezTo>
                  <a:pt x="243449" y="275443"/>
                  <a:pt x="252812" y="275605"/>
                  <a:pt x="258822" y="270014"/>
                </a:cubicBezTo>
                <a:lnTo>
                  <a:pt x="269605" y="259232"/>
                </a:lnTo>
                <a:cubicBezTo>
                  <a:pt x="271510" y="257308"/>
                  <a:pt x="274110" y="256232"/>
                  <a:pt x="276815" y="256232"/>
                </a:cubicBezTo>
                <a:cubicBezTo>
                  <a:pt x="279530" y="256232"/>
                  <a:pt x="282130" y="257308"/>
                  <a:pt x="284035" y="259232"/>
                </a:cubicBezTo>
                <a:lnTo>
                  <a:pt x="294808" y="270014"/>
                </a:lnTo>
                <a:cubicBezTo>
                  <a:pt x="300923" y="273481"/>
                  <a:pt x="308619" y="272329"/>
                  <a:pt x="313439" y="267223"/>
                </a:cubicBezTo>
                <a:cubicBezTo>
                  <a:pt x="318268" y="262108"/>
                  <a:pt x="318973" y="254355"/>
                  <a:pt x="315144" y="248459"/>
                </a:cubicBezTo>
                <a:lnTo>
                  <a:pt x="304371" y="237686"/>
                </a:lnTo>
                <a:cubicBezTo>
                  <a:pt x="302447" y="235772"/>
                  <a:pt x="301361" y="233171"/>
                  <a:pt x="301361" y="230466"/>
                </a:cubicBezTo>
                <a:cubicBezTo>
                  <a:pt x="301361" y="227752"/>
                  <a:pt x="302447" y="225151"/>
                  <a:pt x="304371" y="223246"/>
                </a:cubicBezTo>
                <a:lnTo>
                  <a:pt x="315144" y="212474"/>
                </a:lnTo>
                <a:moveTo>
                  <a:pt x="198234" y="335480"/>
                </a:moveTo>
                <a:lnTo>
                  <a:pt x="116909" y="335480"/>
                </a:lnTo>
                <a:cubicBezTo>
                  <a:pt x="108480" y="335480"/>
                  <a:pt x="101660" y="342309"/>
                  <a:pt x="101660" y="350729"/>
                </a:cubicBezTo>
                <a:cubicBezTo>
                  <a:pt x="101660" y="359149"/>
                  <a:pt x="108480" y="365979"/>
                  <a:pt x="116909" y="365979"/>
                </a:cubicBezTo>
                <a:lnTo>
                  <a:pt x="198234" y="365979"/>
                </a:lnTo>
                <a:cubicBezTo>
                  <a:pt x="206654" y="365979"/>
                  <a:pt x="213483" y="359149"/>
                  <a:pt x="213483" y="350729"/>
                </a:cubicBezTo>
                <a:cubicBezTo>
                  <a:pt x="213483" y="342309"/>
                  <a:pt x="206654" y="335480"/>
                  <a:pt x="198234" y="335480"/>
                </a:cubicBezTo>
                <a:moveTo>
                  <a:pt x="137236" y="304980"/>
                </a:moveTo>
                <a:cubicBezTo>
                  <a:pt x="137236" y="316210"/>
                  <a:pt x="146342" y="325316"/>
                  <a:pt x="157572" y="325316"/>
                </a:cubicBezTo>
                <a:cubicBezTo>
                  <a:pt x="168802" y="325316"/>
                  <a:pt x="177898" y="316210"/>
                  <a:pt x="177898" y="304980"/>
                </a:cubicBezTo>
                <a:cubicBezTo>
                  <a:pt x="177898" y="293751"/>
                  <a:pt x="168802" y="284654"/>
                  <a:pt x="157572" y="284654"/>
                </a:cubicBezTo>
                <a:cubicBezTo>
                  <a:pt x="146342" y="284654"/>
                  <a:pt x="137236" y="293751"/>
                  <a:pt x="137236" y="304980"/>
                </a:cubicBezTo>
                <a:moveTo>
                  <a:pt x="137236" y="396478"/>
                </a:moveTo>
                <a:cubicBezTo>
                  <a:pt x="137236" y="407708"/>
                  <a:pt x="146342" y="416813"/>
                  <a:pt x="157572" y="416813"/>
                </a:cubicBezTo>
                <a:cubicBezTo>
                  <a:pt x="168802" y="416813"/>
                  <a:pt x="177898" y="407708"/>
                  <a:pt x="177898" y="396478"/>
                </a:cubicBezTo>
                <a:cubicBezTo>
                  <a:pt x="177898" y="385248"/>
                  <a:pt x="168802" y="376142"/>
                  <a:pt x="157572" y="376142"/>
                </a:cubicBezTo>
                <a:cubicBezTo>
                  <a:pt x="146342" y="376142"/>
                  <a:pt x="137236" y="385248"/>
                  <a:pt x="137236" y="396478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5810983" y="1902889"/>
            <a:ext cx="487975" cy="488032"/>
          </a:xfrm>
          <a:custGeom>
            <a:rect b="b" l="l" r="r" t="t"/>
            <a:pathLst>
              <a:path extrusionOk="0" h="488032" w="487975">
                <a:moveTo>
                  <a:pt x="426977" y="0"/>
                </a:moveTo>
                <a:lnTo>
                  <a:pt x="60998" y="0"/>
                </a:lnTo>
                <a:cubicBezTo>
                  <a:pt x="27308" y="0"/>
                  <a:pt x="0" y="27308"/>
                  <a:pt x="0" y="60998"/>
                </a:cubicBezTo>
                <a:lnTo>
                  <a:pt x="0" y="426977"/>
                </a:lnTo>
                <a:cubicBezTo>
                  <a:pt x="0" y="460667"/>
                  <a:pt x="27308" y="487975"/>
                  <a:pt x="60998" y="487975"/>
                </a:cubicBezTo>
                <a:lnTo>
                  <a:pt x="84782" y="487975"/>
                </a:lnTo>
                <a:cubicBezTo>
                  <a:pt x="80019" y="474840"/>
                  <a:pt x="80019" y="460448"/>
                  <a:pt x="84782" y="447313"/>
                </a:cubicBezTo>
                <a:lnTo>
                  <a:pt x="60998" y="447313"/>
                </a:lnTo>
                <a:cubicBezTo>
                  <a:pt x="49768" y="447313"/>
                  <a:pt x="40662" y="438207"/>
                  <a:pt x="40662" y="426977"/>
                </a:cubicBezTo>
                <a:lnTo>
                  <a:pt x="40662" y="106746"/>
                </a:lnTo>
                <a:cubicBezTo>
                  <a:pt x="40662" y="103936"/>
                  <a:pt x="42938" y="101660"/>
                  <a:pt x="45748" y="101660"/>
                </a:cubicBezTo>
                <a:lnTo>
                  <a:pt x="442226" y="101660"/>
                </a:lnTo>
                <a:cubicBezTo>
                  <a:pt x="445036" y="101660"/>
                  <a:pt x="447313" y="103936"/>
                  <a:pt x="447313" y="106746"/>
                </a:cubicBezTo>
                <a:lnTo>
                  <a:pt x="447313" y="426977"/>
                </a:lnTo>
                <a:cubicBezTo>
                  <a:pt x="447313" y="438207"/>
                  <a:pt x="438207" y="447313"/>
                  <a:pt x="426977" y="447313"/>
                </a:cubicBezTo>
                <a:lnTo>
                  <a:pt x="413146" y="447313"/>
                </a:lnTo>
                <a:cubicBezTo>
                  <a:pt x="417918" y="460448"/>
                  <a:pt x="417918" y="474840"/>
                  <a:pt x="413146" y="487975"/>
                </a:cubicBezTo>
                <a:lnTo>
                  <a:pt x="426977" y="487975"/>
                </a:lnTo>
                <a:cubicBezTo>
                  <a:pt x="460667" y="487975"/>
                  <a:pt x="487975" y="460667"/>
                  <a:pt x="487975" y="426977"/>
                </a:cubicBezTo>
                <a:lnTo>
                  <a:pt x="487975" y="60998"/>
                </a:lnTo>
                <a:cubicBezTo>
                  <a:pt x="487975" y="27308"/>
                  <a:pt x="460667" y="0"/>
                  <a:pt x="426977" y="0"/>
                </a:cubicBezTo>
                <a:moveTo>
                  <a:pt x="71161" y="71161"/>
                </a:moveTo>
                <a:cubicBezTo>
                  <a:pt x="59931" y="71161"/>
                  <a:pt x="50834" y="62055"/>
                  <a:pt x="50834" y="50834"/>
                </a:cubicBezTo>
                <a:cubicBezTo>
                  <a:pt x="50834" y="39604"/>
                  <a:pt x="59931" y="30499"/>
                  <a:pt x="71161" y="30499"/>
                </a:cubicBezTo>
                <a:cubicBezTo>
                  <a:pt x="82391" y="30499"/>
                  <a:pt x="91497" y="39604"/>
                  <a:pt x="91497" y="50834"/>
                </a:cubicBezTo>
                <a:cubicBezTo>
                  <a:pt x="91497" y="62055"/>
                  <a:pt x="82391" y="71161"/>
                  <a:pt x="71161" y="71161"/>
                </a:cubicBezTo>
                <a:moveTo>
                  <a:pt x="142322" y="71161"/>
                </a:moveTo>
                <a:cubicBezTo>
                  <a:pt x="131092" y="71161"/>
                  <a:pt x="121996" y="62055"/>
                  <a:pt x="121996" y="50834"/>
                </a:cubicBezTo>
                <a:cubicBezTo>
                  <a:pt x="121996" y="39604"/>
                  <a:pt x="131092" y="30499"/>
                  <a:pt x="142322" y="30499"/>
                </a:cubicBezTo>
                <a:cubicBezTo>
                  <a:pt x="153552" y="30499"/>
                  <a:pt x="162658" y="39604"/>
                  <a:pt x="162658" y="50834"/>
                </a:cubicBezTo>
                <a:cubicBezTo>
                  <a:pt x="162658" y="62055"/>
                  <a:pt x="153552" y="71161"/>
                  <a:pt x="142322" y="71161"/>
                </a:cubicBezTo>
                <a:moveTo>
                  <a:pt x="213483" y="71161"/>
                </a:moveTo>
                <a:cubicBezTo>
                  <a:pt x="202263" y="71161"/>
                  <a:pt x="193157" y="62055"/>
                  <a:pt x="193157" y="50834"/>
                </a:cubicBezTo>
                <a:cubicBezTo>
                  <a:pt x="193157" y="39604"/>
                  <a:pt x="202263" y="30499"/>
                  <a:pt x="213483" y="30499"/>
                </a:cubicBezTo>
                <a:cubicBezTo>
                  <a:pt x="224713" y="30499"/>
                  <a:pt x="233819" y="39604"/>
                  <a:pt x="233819" y="50834"/>
                </a:cubicBezTo>
                <a:cubicBezTo>
                  <a:pt x="233819" y="62055"/>
                  <a:pt x="224713" y="71161"/>
                  <a:pt x="213483" y="71161"/>
                </a:cubicBezTo>
                <a:moveTo>
                  <a:pt x="372484" y="447313"/>
                </a:moveTo>
                <a:lnTo>
                  <a:pt x="274281" y="260251"/>
                </a:lnTo>
                <a:cubicBezTo>
                  <a:pt x="269366" y="250878"/>
                  <a:pt x="259651" y="245002"/>
                  <a:pt x="249069" y="245002"/>
                </a:cubicBezTo>
                <a:cubicBezTo>
                  <a:pt x="238486" y="245002"/>
                  <a:pt x="228771" y="250878"/>
                  <a:pt x="223856" y="260251"/>
                </a:cubicBezTo>
                <a:lnTo>
                  <a:pt x="125653" y="447313"/>
                </a:lnTo>
                <a:cubicBezTo>
                  <a:pt x="120977" y="456037"/>
                  <a:pt x="121367" y="466601"/>
                  <a:pt x="126672" y="474964"/>
                </a:cubicBezTo>
                <a:cubicBezTo>
                  <a:pt x="131997" y="483127"/>
                  <a:pt x="141112" y="488032"/>
                  <a:pt x="150866" y="487975"/>
                </a:cubicBezTo>
                <a:lnTo>
                  <a:pt x="347271" y="487975"/>
                </a:lnTo>
                <a:cubicBezTo>
                  <a:pt x="357149" y="487899"/>
                  <a:pt x="366283" y="482755"/>
                  <a:pt x="371465" y="474354"/>
                </a:cubicBezTo>
                <a:cubicBezTo>
                  <a:pt x="376532" y="466143"/>
                  <a:pt x="376923" y="455876"/>
                  <a:pt x="372484" y="447313"/>
                </a:cubicBezTo>
                <a:moveTo>
                  <a:pt x="233819" y="328774"/>
                </a:moveTo>
                <a:cubicBezTo>
                  <a:pt x="233819" y="320354"/>
                  <a:pt x="240649" y="313524"/>
                  <a:pt x="249069" y="313524"/>
                </a:cubicBezTo>
                <a:cubicBezTo>
                  <a:pt x="257489" y="313524"/>
                  <a:pt x="264318" y="320354"/>
                  <a:pt x="264318" y="328774"/>
                </a:cubicBezTo>
                <a:lnTo>
                  <a:pt x="264318" y="392210"/>
                </a:lnTo>
                <a:cubicBezTo>
                  <a:pt x="264318" y="400631"/>
                  <a:pt x="257489" y="407460"/>
                  <a:pt x="249069" y="407460"/>
                </a:cubicBezTo>
                <a:cubicBezTo>
                  <a:pt x="240649" y="407460"/>
                  <a:pt x="233819" y="400631"/>
                  <a:pt x="233819" y="392210"/>
                </a:cubicBezTo>
                <a:lnTo>
                  <a:pt x="233819" y="328774"/>
                </a:lnTo>
                <a:moveTo>
                  <a:pt x="249069" y="461133"/>
                </a:moveTo>
                <a:cubicBezTo>
                  <a:pt x="237839" y="461133"/>
                  <a:pt x="228733" y="452027"/>
                  <a:pt x="228733" y="440797"/>
                </a:cubicBezTo>
                <a:cubicBezTo>
                  <a:pt x="228733" y="429577"/>
                  <a:pt x="237839" y="420471"/>
                  <a:pt x="249069" y="420471"/>
                </a:cubicBezTo>
                <a:cubicBezTo>
                  <a:pt x="260299" y="420471"/>
                  <a:pt x="269405" y="429577"/>
                  <a:pt x="269405" y="440797"/>
                </a:cubicBezTo>
                <a:cubicBezTo>
                  <a:pt x="269405" y="452027"/>
                  <a:pt x="260299" y="461133"/>
                  <a:pt x="249069" y="461133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2883145" y="3436341"/>
            <a:ext cx="487975" cy="348900"/>
          </a:xfrm>
          <a:custGeom>
            <a:rect b="b" l="l" r="r" t="t"/>
            <a:pathLst>
              <a:path extrusionOk="0" h="348900" w="487975">
                <a:moveTo>
                  <a:pt x="452389" y="0"/>
                </a:moveTo>
                <a:lnTo>
                  <a:pt x="264318" y="0"/>
                </a:lnTo>
                <a:cubicBezTo>
                  <a:pt x="244716" y="114"/>
                  <a:pt x="228847" y="15982"/>
                  <a:pt x="228733" y="35585"/>
                </a:cubicBezTo>
                <a:lnTo>
                  <a:pt x="228733" y="89668"/>
                </a:lnTo>
                <a:lnTo>
                  <a:pt x="35585" y="89668"/>
                </a:lnTo>
                <a:cubicBezTo>
                  <a:pt x="15925" y="89668"/>
                  <a:pt x="0" y="105594"/>
                  <a:pt x="0" y="125244"/>
                </a:cubicBezTo>
                <a:lnTo>
                  <a:pt x="0" y="313324"/>
                </a:lnTo>
                <a:cubicBezTo>
                  <a:pt x="114" y="332927"/>
                  <a:pt x="15973" y="348795"/>
                  <a:pt x="35585" y="348900"/>
                </a:cubicBezTo>
                <a:lnTo>
                  <a:pt x="223656" y="348900"/>
                </a:lnTo>
                <a:cubicBezTo>
                  <a:pt x="243258" y="348795"/>
                  <a:pt x="259127" y="332927"/>
                  <a:pt x="259232" y="313324"/>
                </a:cubicBezTo>
                <a:lnTo>
                  <a:pt x="259232" y="259241"/>
                </a:lnTo>
                <a:lnTo>
                  <a:pt x="452389" y="259241"/>
                </a:lnTo>
                <a:cubicBezTo>
                  <a:pt x="472039" y="259241"/>
                  <a:pt x="487975" y="243306"/>
                  <a:pt x="487975" y="223656"/>
                </a:cubicBezTo>
                <a:lnTo>
                  <a:pt x="487975" y="35585"/>
                </a:lnTo>
                <a:cubicBezTo>
                  <a:pt x="487860" y="15982"/>
                  <a:pt x="471992" y="114"/>
                  <a:pt x="452389" y="0"/>
                </a:cubicBezTo>
                <a:moveTo>
                  <a:pt x="228733" y="313324"/>
                </a:moveTo>
                <a:cubicBezTo>
                  <a:pt x="228733" y="316125"/>
                  <a:pt x="226456" y="318401"/>
                  <a:pt x="223656" y="318401"/>
                </a:cubicBezTo>
                <a:lnTo>
                  <a:pt x="35585" y="318401"/>
                </a:lnTo>
                <a:cubicBezTo>
                  <a:pt x="32775" y="318401"/>
                  <a:pt x="30499" y="316125"/>
                  <a:pt x="30499" y="313324"/>
                </a:cubicBezTo>
                <a:lnTo>
                  <a:pt x="30499" y="125244"/>
                </a:lnTo>
                <a:cubicBezTo>
                  <a:pt x="30499" y="122443"/>
                  <a:pt x="32775" y="120167"/>
                  <a:pt x="35585" y="120167"/>
                </a:cubicBezTo>
                <a:lnTo>
                  <a:pt x="228733" y="120167"/>
                </a:lnTo>
                <a:lnTo>
                  <a:pt x="228733" y="313324"/>
                </a:lnTo>
                <a:moveTo>
                  <a:pt x="388553" y="174450"/>
                </a:moveTo>
                <a:cubicBezTo>
                  <a:pt x="388439" y="182832"/>
                  <a:pt x="381676" y="189595"/>
                  <a:pt x="373303" y="189699"/>
                </a:cubicBezTo>
                <a:lnTo>
                  <a:pt x="343414" y="189699"/>
                </a:lnTo>
                <a:cubicBezTo>
                  <a:pt x="334984" y="189699"/>
                  <a:pt x="328164" y="182870"/>
                  <a:pt x="328164" y="174450"/>
                </a:cubicBezTo>
                <a:cubicBezTo>
                  <a:pt x="328164" y="166030"/>
                  <a:pt x="334984" y="159200"/>
                  <a:pt x="343414" y="159200"/>
                </a:cubicBezTo>
                <a:lnTo>
                  <a:pt x="343414" y="100041"/>
                </a:lnTo>
                <a:cubicBezTo>
                  <a:pt x="335099" y="100041"/>
                  <a:pt x="328364" y="93297"/>
                  <a:pt x="328364" y="84991"/>
                </a:cubicBezTo>
                <a:cubicBezTo>
                  <a:pt x="328364" y="76571"/>
                  <a:pt x="335194" y="69742"/>
                  <a:pt x="343614" y="69742"/>
                </a:cubicBezTo>
                <a:lnTo>
                  <a:pt x="373503" y="69742"/>
                </a:lnTo>
                <a:cubicBezTo>
                  <a:pt x="381923" y="69742"/>
                  <a:pt x="388753" y="76571"/>
                  <a:pt x="388753" y="84991"/>
                </a:cubicBezTo>
                <a:cubicBezTo>
                  <a:pt x="388753" y="93221"/>
                  <a:pt x="382143" y="99926"/>
                  <a:pt x="373913" y="100041"/>
                </a:cubicBezTo>
                <a:lnTo>
                  <a:pt x="373913" y="159200"/>
                </a:lnTo>
                <a:cubicBezTo>
                  <a:pt x="382095" y="159534"/>
                  <a:pt x="388553" y="166258"/>
                  <a:pt x="388553" y="174450"/>
                </a:cubicBezTo>
                <a:moveTo>
                  <a:pt x="94745" y="189699"/>
                </a:moveTo>
                <a:lnTo>
                  <a:pt x="115081" y="189699"/>
                </a:lnTo>
                <a:lnTo>
                  <a:pt x="115081" y="263918"/>
                </a:lnTo>
                <a:cubicBezTo>
                  <a:pt x="115081" y="267995"/>
                  <a:pt x="116709" y="271900"/>
                  <a:pt x="119614" y="274767"/>
                </a:cubicBezTo>
                <a:cubicBezTo>
                  <a:pt x="122520" y="277634"/>
                  <a:pt x="126453" y="279215"/>
                  <a:pt x="130530" y="279168"/>
                </a:cubicBezTo>
                <a:cubicBezTo>
                  <a:pt x="134559" y="279168"/>
                  <a:pt x="138417" y="277548"/>
                  <a:pt x="141246" y="274681"/>
                </a:cubicBezTo>
                <a:cubicBezTo>
                  <a:pt x="144075" y="271814"/>
                  <a:pt x="145637" y="267938"/>
                  <a:pt x="145580" y="263918"/>
                </a:cubicBezTo>
                <a:lnTo>
                  <a:pt x="145580" y="189699"/>
                </a:lnTo>
                <a:lnTo>
                  <a:pt x="165906" y="189699"/>
                </a:lnTo>
                <a:cubicBezTo>
                  <a:pt x="174336" y="189699"/>
                  <a:pt x="181155" y="182870"/>
                  <a:pt x="181155" y="174450"/>
                </a:cubicBezTo>
                <a:cubicBezTo>
                  <a:pt x="181155" y="166030"/>
                  <a:pt x="174336" y="159200"/>
                  <a:pt x="165906" y="159200"/>
                </a:cubicBezTo>
                <a:lnTo>
                  <a:pt x="94745" y="159200"/>
                </a:lnTo>
                <a:cubicBezTo>
                  <a:pt x="86325" y="159200"/>
                  <a:pt x="79495" y="166030"/>
                  <a:pt x="79495" y="174450"/>
                </a:cubicBezTo>
                <a:cubicBezTo>
                  <a:pt x="79495" y="182870"/>
                  <a:pt x="86325" y="189699"/>
                  <a:pt x="94745" y="189699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5851645" y="3366809"/>
            <a:ext cx="406650" cy="487975"/>
          </a:xfrm>
          <a:custGeom>
            <a:rect b="b" l="l" r="r" t="t"/>
            <a:pathLst>
              <a:path extrusionOk="0" h="487975" w="406650">
                <a:moveTo>
                  <a:pt x="142332" y="277129"/>
                </a:moveTo>
                <a:lnTo>
                  <a:pt x="129720" y="277129"/>
                </a:lnTo>
                <a:cubicBezTo>
                  <a:pt x="126882" y="277120"/>
                  <a:pt x="124548" y="279368"/>
                  <a:pt x="124434" y="282206"/>
                </a:cubicBezTo>
                <a:lnTo>
                  <a:pt x="124434" y="307628"/>
                </a:lnTo>
                <a:cubicBezTo>
                  <a:pt x="124548" y="310467"/>
                  <a:pt x="126882" y="312705"/>
                  <a:pt x="129720" y="312705"/>
                </a:cubicBezTo>
                <a:lnTo>
                  <a:pt x="142332" y="312705"/>
                </a:lnTo>
                <a:cubicBezTo>
                  <a:pt x="149142" y="313439"/>
                  <a:pt x="155762" y="310210"/>
                  <a:pt x="159400" y="304409"/>
                </a:cubicBezTo>
                <a:cubicBezTo>
                  <a:pt x="163029" y="298599"/>
                  <a:pt x="163029" y="291236"/>
                  <a:pt x="159400" y="285426"/>
                </a:cubicBezTo>
                <a:cubicBezTo>
                  <a:pt x="155762" y="279615"/>
                  <a:pt x="149142" y="276396"/>
                  <a:pt x="142332" y="277129"/>
                </a:cubicBezTo>
                <a:moveTo>
                  <a:pt x="401564" y="142322"/>
                </a:moveTo>
                <a:lnTo>
                  <a:pt x="315153" y="142322"/>
                </a:lnTo>
                <a:cubicBezTo>
                  <a:pt x="287073" y="142322"/>
                  <a:pt x="264318" y="119567"/>
                  <a:pt x="264318" y="91497"/>
                </a:cubicBezTo>
                <a:lnTo>
                  <a:pt x="264318" y="5086"/>
                </a:lnTo>
                <a:cubicBezTo>
                  <a:pt x="264318" y="2276"/>
                  <a:pt x="262042" y="0"/>
                  <a:pt x="259241" y="0"/>
                </a:cubicBezTo>
                <a:lnTo>
                  <a:pt x="40662" y="0"/>
                </a:lnTo>
                <a:cubicBezTo>
                  <a:pt x="18211" y="0"/>
                  <a:pt x="0" y="18202"/>
                  <a:pt x="0" y="40662"/>
                </a:cubicBezTo>
                <a:lnTo>
                  <a:pt x="0" y="447303"/>
                </a:lnTo>
                <a:cubicBezTo>
                  <a:pt x="0" y="469763"/>
                  <a:pt x="18211" y="487975"/>
                  <a:pt x="40662" y="487975"/>
                </a:cubicBezTo>
                <a:lnTo>
                  <a:pt x="365979" y="487975"/>
                </a:lnTo>
                <a:cubicBezTo>
                  <a:pt x="388439" y="487975"/>
                  <a:pt x="406650" y="469763"/>
                  <a:pt x="406650" y="447303"/>
                </a:cubicBezTo>
                <a:lnTo>
                  <a:pt x="406650" y="147408"/>
                </a:lnTo>
                <a:cubicBezTo>
                  <a:pt x="406650" y="144599"/>
                  <a:pt x="404374" y="142322"/>
                  <a:pt x="401564" y="142322"/>
                </a:cubicBezTo>
                <a:moveTo>
                  <a:pt x="139684" y="338127"/>
                </a:moveTo>
                <a:lnTo>
                  <a:pt x="129720" y="338127"/>
                </a:lnTo>
                <a:cubicBezTo>
                  <a:pt x="126882" y="338118"/>
                  <a:pt x="124548" y="340366"/>
                  <a:pt x="124434" y="343204"/>
                </a:cubicBezTo>
                <a:lnTo>
                  <a:pt x="124434" y="386314"/>
                </a:lnTo>
                <a:cubicBezTo>
                  <a:pt x="124434" y="393268"/>
                  <a:pt x="118795" y="398916"/>
                  <a:pt x="111833" y="398916"/>
                </a:cubicBezTo>
                <a:cubicBezTo>
                  <a:pt x="104870" y="398916"/>
                  <a:pt x="99221" y="393268"/>
                  <a:pt x="99221" y="386314"/>
                </a:cubicBezTo>
                <a:lnTo>
                  <a:pt x="99221" y="264318"/>
                </a:lnTo>
                <a:cubicBezTo>
                  <a:pt x="99221" y="257355"/>
                  <a:pt x="104870" y="251707"/>
                  <a:pt x="111833" y="251707"/>
                </a:cubicBezTo>
                <a:lnTo>
                  <a:pt x="142332" y="251707"/>
                </a:lnTo>
                <a:cubicBezTo>
                  <a:pt x="154543" y="251707"/>
                  <a:pt x="166192" y="256879"/>
                  <a:pt x="174364" y="265947"/>
                </a:cubicBezTo>
                <a:cubicBezTo>
                  <a:pt x="182546" y="275024"/>
                  <a:pt x="186499" y="287140"/>
                  <a:pt x="185232" y="299285"/>
                </a:cubicBezTo>
                <a:cubicBezTo>
                  <a:pt x="182127" y="321935"/>
                  <a:pt x="162534" y="338642"/>
                  <a:pt x="139684" y="338127"/>
                </a:cubicBezTo>
                <a:moveTo>
                  <a:pt x="307428" y="284645"/>
                </a:moveTo>
                <a:cubicBezTo>
                  <a:pt x="307447" y="307790"/>
                  <a:pt x="292474" y="328269"/>
                  <a:pt x="270424" y="335279"/>
                </a:cubicBezTo>
                <a:cubicBezTo>
                  <a:pt x="268328" y="336013"/>
                  <a:pt x="266880" y="337937"/>
                  <a:pt x="266757" y="340156"/>
                </a:cubicBezTo>
                <a:lnTo>
                  <a:pt x="266757" y="386314"/>
                </a:lnTo>
                <a:cubicBezTo>
                  <a:pt x="266757" y="393268"/>
                  <a:pt x="261118" y="398916"/>
                  <a:pt x="254155" y="398916"/>
                </a:cubicBezTo>
                <a:cubicBezTo>
                  <a:pt x="247192" y="398916"/>
                  <a:pt x="241544" y="393268"/>
                  <a:pt x="241544" y="386314"/>
                </a:cubicBezTo>
                <a:lnTo>
                  <a:pt x="241544" y="340156"/>
                </a:lnTo>
                <a:cubicBezTo>
                  <a:pt x="241430" y="337937"/>
                  <a:pt x="239982" y="336013"/>
                  <a:pt x="237886" y="335279"/>
                </a:cubicBezTo>
                <a:cubicBezTo>
                  <a:pt x="215836" y="328269"/>
                  <a:pt x="200863" y="307790"/>
                  <a:pt x="200882" y="284645"/>
                </a:cubicBezTo>
                <a:lnTo>
                  <a:pt x="200882" y="264318"/>
                </a:lnTo>
                <a:cubicBezTo>
                  <a:pt x="200882" y="257355"/>
                  <a:pt x="206530" y="251707"/>
                  <a:pt x="213493" y="251707"/>
                </a:cubicBezTo>
                <a:cubicBezTo>
                  <a:pt x="220456" y="251707"/>
                  <a:pt x="226094" y="257355"/>
                  <a:pt x="226094" y="264318"/>
                </a:cubicBezTo>
                <a:lnTo>
                  <a:pt x="226094" y="284645"/>
                </a:lnTo>
                <a:cubicBezTo>
                  <a:pt x="226094" y="300142"/>
                  <a:pt x="238658" y="312705"/>
                  <a:pt x="254155" y="312705"/>
                </a:cubicBezTo>
                <a:cubicBezTo>
                  <a:pt x="269652" y="312705"/>
                  <a:pt x="282216" y="300142"/>
                  <a:pt x="282216" y="284645"/>
                </a:cubicBezTo>
                <a:lnTo>
                  <a:pt x="282216" y="264318"/>
                </a:lnTo>
                <a:cubicBezTo>
                  <a:pt x="282216" y="257355"/>
                  <a:pt x="287855" y="251707"/>
                  <a:pt x="294817" y="251707"/>
                </a:cubicBezTo>
                <a:cubicBezTo>
                  <a:pt x="301780" y="251707"/>
                  <a:pt x="307428" y="257355"/>
                  <a:pt x="307428" y="264318"/>
                </a:cubicBezTo>
                <a:lnTo>
                  <a:pt x="307428" y="284645"/>
                </a:lnTo>
                <a:moveTo>
                  <a:pt x="315153" y="121996"/>
                </a:moveTo>
                <a:cubicBezTo>
                  <a:pt x="298303" y="121996"/>
                  <a:pt x="284654" y="108337"/>
                  <a:pt x="284654" y="91497"/>
                </a:cubicBezTo>
                <a:lnTo>
                  <a:pt x="284654" y="12201"/>
                </a:lnTo>
                <a:cubicBezTo>
                  <a:pt x="284683" y="10134"/>
                  <a:pt x="285950" y="8296"/>
                  <a:pt x="287864" y="7543"/>
                </a:cubicBezTo>
                <a:cubicBezTo>
                  <a:pt x="289779" y="6781"/>
                  <a:pt x="291969" y="7258"/>
                  <a:pt x="293398" y="8743"/>
                </a:cubicBezTo>
                <a:lnTo>
                  <a:pt x="397906" y="113252"/>
                </a:lnTo>
                <a:cubicBezTo>
                  <a:pt x="399383" y="114681"/>
                  <a:pt x="399859" y="116862"/>
                  <a:pt x="399107" y="118776"/>
                </a:cubicBezTo>
                <a:cubicBezTo>
                  <a:pt x="398345" y="120691"/>
                  <a:pt x="396506" y="121967"/>
                  <a:pt x="394449" y="121996"/>
                </a:cubicBezTo>
                <a:lnTo>
                  <a:pt x="315153" y="121996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1933576" y="430178"/>
            <a:ext cx="5314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Technologies &amp; Tools Used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443038" y="1058828"/>
            <a:ext cx="6296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The application stack consists of core Python and its standard GUI toolkit.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541826" y="1902886"/>
            <a:ext cx="2200275" cy="243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Arithmetic Operators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439999" y="1902886"/>
            <a:ext cx="2019300" cy="243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tkinter.messagebox</a:t>
            </a:r>
            <a:endParaRPr/>
          </a:p>
        </p:txBody>
      </p:sp>
      <p:grpSp>
        <p:nvGrpSpPr>
          <p:cNvPr id="201" name="Google Shape;201;p16"/>
          <p:cNvGrpSpPr/>
          <p:nvPr/>
        </p:nvGrpSpPr>
        <p:grpSpPr>
          <a:xfrm>
            <a:off x="827577" y="2268883"/>
            <a:ext cx="1914525" cy="406573"/>
            <a:chOff x="808526" y="2210180"/>
            <a:chExt cx="1914525" cy="406573"/>
          </a:xfrm>
        </p:grpSpPr>
        <p:sp>
          <p:nvSpPr>
            <p:cNvPr id="202" name="Google Shape;202;p16"/>
            <p:cNvSpPr txBox="1"/>
            <p:nvPr/>
          </p:nvSpPr>
          <p:spPr>
            <a:xfrm>
              <a:off x="808526" y="2210180"/>
              <a:ext cx="1914525" cy="203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Modulo and floor division for</a:t>
              </a:r>
              <a:endParaRPr/>
            </a:p>
          </p:txBody>
        </p:sp>
        <p:sp>
          <p:nvSpPr>
            <p:cNvPr id="203" name="Google Shape;203;p16"/>
            <p:cNvSpPr txBox="1"/>
            <p:nvPr/>
          </p:nvSpPr>
          <p:spPr>
            <a:xfrm>
              <a:off x="808526" y="2413443"/>
              <a:ext cx="1914525" cy="203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calculations</a:t>
              </a:r>
              <a:endParaRPr/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6439999" y="2268883"/>
            <a:ext cx="2047875" cy="406573"/>
            <a:chOff x="6420948" y="2210180"/>
            <a:chExt cx="2047875" cy="406573"/>
          </a:xfrm>
        </p:grpSpPr>
        <p:sp>
          <p:nvSpPr>
            <p:cNvPr id="205" name="Google Shape;205;p16"/>
            <p:cNvSpPr txBox="1"/>
            <p:nvPr/>
          </p:nvSpPr>
          <p:spPr>
            <a:xfrm>
              <a:off x="6420948" y="2210180"/>
              <a:ext cx="2047875" cy="203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Error handling mechanism for</a:t>
              </a:r>
              <a:endParaRPr/>
            </a:p>
          </p:txBody>
        </p:sp>
        <p:sp>
          <p:nvSpPr>
            <p:cNvPr id="206" name="Google Shape;206;p16"/>
            <p:cNvSpPr txBox="1"/>
            <p:nvPr/>
          </p:nvSpPr>
          <p:spPr>
            <a:xfrm>
              <a:off x="6420948" y="2413443"/>
              <a:ext cx="2047875" cy="203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user feedback</a:t>
              </a:r>
              <a:endParaRPr/>
            </a:p>
          </p:txBody>
        </p:sp>
      </p:grpSp>
      <p:sp>
        <p:nvSpPr>
          <p:cNvPr id="207" name="Google Shape;207;p16"/>
          <p:cNvSpPr txBox="1"/>
          <p:nvPr/>
        </p:nvSpPr>
        <p:spPr>
          <a:xfrm>
            <a:off x="1980102" y="3366804"/>
            <a:ext cx="762000" cy="243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Tkinter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6439999" y="3366804"/>
            <a:ext cx="1095375" cy="243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Python 3.x</a:t>
            </a: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760902" y="3732802"/>
            <a:ext cx="1981200" cy="406573"/>
            <a:chOff x="741851" y="3674099"/>
            <a:chExt cx="1981200" cy="406573"/>
          </a:xfrm>
        </p:grpSpPr>
        <p:sp>
          <p:nvSpPr>
            <p:cNvPr id="210" name="Google Shape;210;p16"/>
            <p:cNvSpPr txBox="1"/>
            <p:nvPr/>
          </p:nvSpPr>
          <p:spPr>
            <a:xfrm>
              <a:off x="741851" y="3674099"/>
              <a:ext cx="1981200" cy="203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Standard GUI toolkit for user</a:t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741851" y="3877362"/>
              <a:ext cx="1981200" cy="203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interface</a:t>
              </a:r>
              <a:endParaRPr/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6439999" y="3732802"/>
            <a:ext cx="2162175" cy="406573"/>
            <a:chOff x="6420948" y="3674099"/>
            <a:chExt cx="2162175" cy="406573"/>
          </a:xfrm>
        </p:grpSpPr>
        <p:sp>
          <p:nvSpPr>
            <p:cNvPr id="213" name="Google Shape;213;p16"/>
            <p:cNvSpPr txBox="1"/>
            <p:nvPr/>
          </p:nvSpPr>
          <p:spPr>
            <a:xfrm>
              <a:off x="6420948" y="3674099"/>
              <a:ext cx="2162175" cy="203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Core programming language for</a:t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6420948" y="3877362"/>
              <a:ext cx="2162175" cy="203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application development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/>
          <p:nvPr/>
        </p:nvSpPr>
        <p:spPr>
          <a:xfrm>
            <a:off x="529198" y="2712341"/>
            <a:ext cx="57150" cy="57150"/>
          </a:xfrm>
          <a:custGeom>
            <a:rect b="b" l="l" r="r" t="t"/>
            <a:pathLst>
              <a:path extrusionOk="0" h="57150" w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cap="flat" cmpd="sng" w="285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529198" y="3512394"/>
            <a:ext cx="57150" cy="57150"/>
          </a:xfrm>
          <a:custGeom>
            <a:rect b="b" l="l" r="r" t="t"/>
            <a:pathLst>
              <a:path extrusionOk="0" h="57150" w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cap="flat" cmpd="sng" w="285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29198" y="4121947"/>
            <a:ext cx="57150" cy="57150"/>
          </a:xfrm>
          <a:custGeom>
            <a:rect b="b" l="l" r="r" t="t"/>
            <a:pathLst>
              <a:path extrusionOk="0" h="57150" w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cap="flat" cmpd="sng" w="285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529198" y="4579147"/>
            <a:ext cx="57150" cy="57150"/>
          </a:xfrm>
          <a:custGeom>
            <a:rect b="b" l="l" r="r" t="t"/>
            <a:pathLst>
              <a:path extrusionOk="0" h="57150" w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cap="flat" cmpd="sng" w="285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3300970" y="2263154"/>
            <a:ext cx="5380507" cy="777953"/>
          </a:xfrm>
          <a:custGeom>
            <a:rect b="b" l="l" r="r" t="t"/>
            <a:pathLst>
              <a:path extrusionOk="0" h="777953" w="5380507">
                <a:moveTo>
                  <a:pt x="605838" y="113820"/>
                </a:moveTo>
                <a:cubicBezTo>
                  <a:pt x="451828" y="159162"/>
                  <a:pt x="318136" y="242425"/>
                  <a:pt x="182152" y="327115"/>
                </a:cubicBezTo>
                <a:cubicBezTo>
                  <a:pt x="122512" y="364259"/>
                  <a:pt x="62429" y="401677"/>
                  <a:pt x="0" y="436291"/>
                </a:cubicBezTo>
                <a:moveTo>
                  <a:pt x="1341200" y="123943"/>
                </a:moveTo>
                <a:cubicBezTo>
                  <a:pt x="1314016" y="121998"/>
                  <a:pt x="1286940" y="119822"/>
                  <a:pt x="1259886" y="117455"/>
                </a:cubicBezTo>
                <a:moveTo>
                  <a:pt x="1352255" y="124720"/>
                </a:moveTo>
                <a:cubicBezTo>
                  <a:pt x="1622316" y="143387"/>
                  <a:pt x="1904059" y="138687"/>
                  <a:pt x="2280097" y="69980"/>
                </a:cubicBezTo>
                <a:cubicBezTo>
                  <a:pt x="2651602" y="2130"/>
                  <a:pt x="2852118" y="52770"/>
                  <a:pt x="3090147" y="112886"/>
                </a:cubicBezTo>
                <a:cubicBezTo>
                  <a:pt x="3342639" y="176653"/>
                  <a:pt x="3637342" y="251082"/>
                  <a:pt x="4223121" y="206052"/>
                </a:cubicBezTo>
                <a:cubicBezTo>
                  <a:pt x="4224315" y="205926"/>
                  <a:pt x="4225564" y="205795"/>
                  <a:pt x="4226868" y="205660"/>
                </a:cubicBezTo>
                <a:lnTo>
                  <a:pt x="4229049" y="205433"/>
                </a:lnTo>
                <a:cubicBezTo>
                  <a:pt x="4294128" y="198659"/>
                  <a:pt x="4481609" y="179146"/>
                  <a:pt x="4613909" y="95988"/>
                </a:cubicBezTo>
                <a:cubicBezTo>
                  <a:pt x="4613909" y="95988"/>
                  <a:pt x="4657800" y="67878"/>
                  <a:pt x="4712460" y="0"/>
                </a:cubicBezTo>
                <a:cubicBezTo>
                  <a:pt x="4721693" y="3823"/>
                  <a:pt x="4730474" y="6219"/>
                  <a:pt x="4738838" y="7309"/>
                </a:cubicBezTo>
                <a:cubicBezTo>
                  <a:pt x="4723690" y="54304"/>
                  <a:pt x="4710363" y="86653"/>
                  <a:pt x="4687869" y="127376"/>
                </a:cubicBezTo>
                <a:cubicBezTo>
                  <a:pt x="4670353" y="159091"/>
                  <a:pt x="4610017" y="205318"/>
                  <a:pt x="4542657" y="225701"/>
                </a:cubicBezTo>
                <a:cubicBezTo>
                  <a:pt x="4650974" y="262715"/>
                  <a:pt x="4708940" y="315871"/>
                  <a:pt x="4809472" y="453492"/>
                </a:cubicBezTo>
                <a:lnTo>
                  <a:pt x="4809388" y="453492"/>
                </a:lnTo>
                <a:cubicBezTo>
                  <a:pt x="4809388" y="453492"/>
                  <a:pt x="5239525" y="494501"/>
                  <a:pt x="5380507" y="595271"/>
                </a:cubicBezTo>
                <a:cubicBezTo>
                  <a:pt x="5163746" y="551445"/>
                  <a:pt x="5009993" y="541062"/>
                  <a:pt x="4907903" y="534168"/>
                </a:cubicBezTo>
                <a:cubicBezTo>
                  <a:pt x="4834509" y="529212"/>
                  <a:pt x="4787815" y="526059"/>
                  <a:pt x="4763608" y="513579"/>
                </a:cubicBezTo>
                <a:cubicBezTo>
                  <a:pt x="4610271" y="352152"/>
                  <a:pt x="4468443" y="275107"/>
                  <a:pt x="4330846" y="280732"/>
                </a:cubicBezTo>
                <a:cubicBezTo>
                  <a:pt x="3913068" y="317630"/>
                  <a:pt x="3627527" y="309458"/>
                  <a:pt x="3413862" y="284980"/>
                </a:cubicBezTo>
                <a:moveTo>
                  <a:pt x="3250102" y="261238"/>
                </a:moveTo>
                <a:cubicBezTo>
                  <a:pt x="3162265" y="245782"/>
                  <a:pt x="3087792" y="228318"/>
                  <a:pt x="3019451" y="212293"/>
                </a:cubicBezTo>
                <a:cubicBezTo>
                  <a:pt x="2802357" y="161385"/>
                  <a:pt x="2647139" y="124987"/>
                  <a:pt x="2321985" y="213552"/>
                </a:cubicBezTo>
                <a:cubicBezTo>
                  <a:pt x="2300847" y="219311"/>
                  <a:pt x="2280292" y="224833"/>
                  <a:pt x="2260282" y="230124"/>
                </a:cubicBezTo>
                <a:moveTo>
                  <a:pt x="2046528" y="282464"/>
                </a:moveTo>
                <a:cubicBezTo>
                  <a:pt x="1694854" y="359877"/>
                  <a:pt x="1524579" y="343999"/>
                  <a:pt x="1144051" y="308515"/>
                </a:cubicBezTo>
                <a:lnTo>
                  <a:pt x="1144043" y="308515"/>
                </a:lnTo>
                <a:cubicBezTo>
                  <a:pt x="1083913" y="302907"/>
                  <a:pt x="1018533" y="296811"/>
                  <a:pt x="946358" y="290516"/>
                </a:cubicBezTo>
                <a:cubicBezTo>
                  <a:pt x="673362" y="266693"/>
                  <a:pt x="462763" y="430938"/>
                  <a:pt x="251048" y="596053"/>
                </a:cubicBezTo>
                <a:cubicBezTo>
                  <a:pt x="168776" y="660216"/>
                  <a:pt x="86335" y="724511"/>
                  <a:pt x="0" y="777953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3985654" y="2347341"/>
            <a:ext cx="692259" cy="137996"/>
          </a:xfrm>
          <a:custGeom>
            <a:rect b="b" l="l" r="r" t="t"/>
            <a:pathLst>
              <a:path extrusionOk="0" h="137996" w="692259">
                <a:moveTo>
                  <a:pt x="633981" y="5307"/>
                </a:moveTo>
                <a:cubicBezTo>
                  <a:pt x="637420" y="18674"/>
                  <a:pt x="645695" y="40605"/>
                  <a:pt x="662982" y="41047"/>
                </a:cubicBezTo>
                <a:cubicBezTo>
                  <a:pt x="681647" y="41484"/>
                  <a:pt x="689467" y="13937"/>
                  <a:pt x="692259" y="0"/>
                </a:cubicBezTo>
                <a:cubicBezTo>
                  <a:pt x="672612" y="4205"/>
                  <a:pt x="650695" y="6461"/>
                  <a:pt x="633981" y="5307"/>
                </a:cubicBezTo>
                <a:close/>
                <a:moveTo>
                  <a:pt x="518701" y="30947"/>
                </a:moveTo>
                <a:cubicBezTo>
                  <a:pt x="523717" y="42981"/>
                  <a:pt x="536263" y="66896"/>
                  <a:pt x="554766" y="64113"/>
                </a:cubicBezTo>
                <a:cubicBezTo>
                  <a:pt x="572575" y="61411"/>
                  <a:pt x="575862" y="34854"/>
                  <a:pt x="576315" y="20207"/>
                </a:cubicBezTo>
                <a:cubicBezTo>
                  <a:pt x="558547" y="26060"/>
                  <a:pt x="537262" y="30442"/>
                  <a:pt x="518701" y="30947"/>
                </a:cubicBezTo>
                <a:close/>
                <a:moveTo>
                  <a:pt x="396496" y="61135"/>
                </a:moveTo>
                <a:cubicBezTo>
                  <a:pt x="400932" y="74036"/>
                  <a:pt x="411139" y="96121"/>
                  <a:pt x="428827" y="95031"/>
                </a:cubicBezTo>
                <a:cubicBezTo>
                  <a:pt x="446859" y="93900"/>
                  <a:pt x="452452" y="67552"/>
                  <a:pt x="454178" y="53080"/>
                </a:cubicBezTo>
                <a:cubicBezTo>
                  <a:pt x="435830" y="58677"/>
                  <a:pt x="414718" y="62199"/>
                  <a:pt x="396556" y="61171"/>
                </a:cubicBezTo>
                <a:lnTo>
                  <a:pt x="396496" y="61135"/>
                </a:lnTo>
                <a:close/>
                <a:moveTo>
                  <a:pt x="266504" y="91798"/>
                </a:moveTo>
                <a:cubicBezTo>
                  <a:pt x="266274" y="105293"/>
                  <a:pt x="276498" y="131202"/>
                  <a:pt x="294599" y="131634"/>
                </a:cubicBezTo>
                <a:cubicBezTo>
                  <a:pt x="312640" y="132030"/>
                  <a:pt x="321935" y="99476"/>
                  <a:pt x="324935" y="85177"/>
                </a:cubicBezTo>
                <a:cubicBezTo>
                  <a:pt x="307941" y="88430"/>
                  <a:pt x="288001" y="94190"/>
                  <a:pt x="266504" y="91798"/>
                </a:cubicBezTo>
                <a:close/>
                <a:moveTo>
                  <a:pt x="122105" y="94084"/>
                </a:moveTo>
                <a:cubicBezTo>
                  <a:pt x="122320" y="107994"/>
                  <a:pt x="125354" y="128502"/>
                  <a:pt x="140905" y="133072"/>
                </a:cubicBezTo>
                <a:cubicBezTo>
                  <a:pt x="157625" y="137996"/>
                  <a:pt x="171557" y="116944"/>
                  <a:pt x="178465" y="103860"/>
                </a:cubicBezTo>
                <a:cubicBezTo>
                  <a:pt x="159835" y="103363"/>
                  <a:pt x="140028" y="100425"/>
                  <a:pt x="122105" y="94084"/>
                </a:cubicBezTo>
                <a:close/>
                <a:moveTo>
                  <a:pt x="1848" y="59990"/>
                </a:moveTo>
                <a:cubicBezTo>
                  <a:pt x="339" y="73386"/>
                  <a:pt x="0" y="98198"/>
                  <a:pt x="16753" y="104745"/>
                </a:cubicBezTo>
                <a:cubicBezTo>
                  <a:pt x="32251" y="110807"/>
                  <a:pt x="47307" y="93129"/>
                  <a:pt x="55592" y="80599"/>
                </a:cubicBezTo>
                <a:cubicBezTo>
                  <a:pt x="36280" y="75542"/>
                  <a:pt x="16174" y="67941"/>
                  <a:pt x="1848" y="59990"/>
                </a:cubicBezTo>
                <a:close/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3848824" y="2127720"/>
            <a:ext cx="1056060" cy="325961"/>
          </a:xfrm>
          <a:custGeom>
            <a:rect b="b" l="l" r="r" t="t"/>
            <a:pathLst>
              <a:path extrusionOk="0" h="325961" w="1056060">
                <a:moveTo>
                  <a:pt x="119919" y="117220"/>
                </a:moveTo>
                <a:cubicBezTo>
                  <a:pt x="69723" y="114129"/>
                  <a:pt x="18746" y="135354"/>
                  <a:pt x="5869" y="169840"/>
                </a:cubicBezTo>
                <a:cubicBezTo>
                  <a:pt x="0" y="185608"/>
                  <a:pt x="3152" y="210672"/>
                  <a:pt x="21284" y="226591"/>
                </a:cubicBezTo>
                <a:cubicBezTo>
                  <a:pt x="35036" y="238618"/>
                  <a:pt x="63447" y="253258"/>
                  <a:pt x="88024" y="262077"/>
                </a:cubicBezTo>
                <a:cubicBezTo>
                  <a:pt x="102811" y="267408"/>
                  <a:pt x="116309" y="270631"/>
                  <a:pt x="124430" y="269869"/>
                </a:cubicBezTo>
                <a:cubicBezTo>
                  <a:pt x="137479" y="282132"/>
                  <a:pt x="172207" y="295917"/>
                  <a:pt x="201793" y="302498"/>
                </a:cubicBezTo>
                <a:cubicBezTo>
                  <a:pt x="217406" y="305981"/>
                  <a:pt x="231643" y="307353"/>
                  <a:pt x="240518" y="305423"/>
                </a:cubicBezTo>
                <a:cubicBezTo>
                  <a:pt x="271726" y="322639"/>
                  <a:pt x="315240" y="325961"/>
                  <a:pt x="346308" y="321856"/>
                </a:cubicBezTo>
                <a:cubicBezTo>
                  <a:pt x="362392" y="319761"/>
                  <a:pt x="375197" y="315792"/>
                  <a:pt x="381189" y="310595"/>
                </a:cubicBezTo>
                <a:cubicBezTo>
                  <a:pt x="425227" y="320150"/>
                  <a:pt x="462408" y="303777"/>
                  <a:pt x="486964" y="293588"/>
                </a:cubicBezTo>
                <a:cubicBezTo>
                  <a:pt x="499628" y="288315"/>
                  <a:pt x="508463" y="282115"/>
                  <a:pt x="511586" y="276705"/>
                </a:cubicBezTo>
                <a:cubicBezTo>
                  <a:pt x="537115" y="286394"/>
                  <a:pt x="580267" y="278304"/>
                  <a:pt x="608205" y="266460"/>
                </a:cubicBezTo>
                <a:cubicBezTo>
                  <a:pt x="621118" y="260977"/>
                  <a:pt x="630777" y="254729"/>
                  <a:pt x="633893" y="248990"/>
                </a:cubicBezTo>
                <a:lnTo>
                  <a:pt x="633928" y="248930"/>
                </a:lnTo>
                <a:cubicBezTo>
                  <a:pt x="633917" y="248950"/>
                  <a:pt x="633904" y="248970"/>
                  <a:pt x="633893" y="248990"/>
                </a:cubicBezTo>
                <a:cubicBezTo>
                  <a:pt x="658975" y="254414"/>
                  <a:pt x="698952" y="246080"/>
                  <a:pt x="724999" y="235550"/>
                </a:cubicBezTo>
                <a:cubicBezTo>
                  <a:pt x="737655" y="230432"/>
                  <a:pt x="747078" y="224750"/>
                  <a:pt x="749637" y="219896"/>
                </a:cubicBezTo>
                <a:cubicBezTo>
                  <a:pt x="767211" y="230203"/>
                  <a:pt x="819415" y="224354"/>
                  <a:pt x="851390" y="213639"/>
                </a:cubicBezTo>
                <a:cubicBezTo>
                  <a:pt x="865110" y="209057"/>
                  <a:pt x="875060" y="203453"/>
                  <a:pt x="876910" y="197869"/>
                </a:cubicBezTo>
                <a:lnTo>
                  <a:pt x="877453" y="198005"/>
                </a:lnTo>
                <a:cubicBezTo>
                  <a:pt x="902590" y="204320"/>
                  <a:pt x="1010866" y="231527"/>
                  <a:pt x="1043682" y="163986"/>
                </a:cubicBezTo>
                <a:cubicBezTo>
                  <a:pt x="1050408" y="150236"/>
                  <a:pt x="1056060" y="113423"/>
                  <a:pt x="1001427" y="65930"/>
                </a:cubicBezTo>
                <a:cubicBezTo>
                  <a:pt x="950077" y="21294"/>
                  <a:pt x="862205" y="0"/>
                  <a:pt x="848660" y="24160"/>
                </a:cubicBezTo>
                <a:cubicBezTo>
                  <a:pt x="844738" y="19331"/>
                  <a:pt x="835164" y="15752"/>
                  <a:pt x="822801" y="13503"/>
                </a:cubicBezTo>
                <a:cubicBezTo>
                  <a:pt x="787287" y="7106"/>
                  <a:pt x="729218" y="11633"/>
                  <a:pt x="719534" y="28405"/>
                </a:cubicBezTo>
                <a:cubicBezTo>
                  <a:pt x="713290" y="24800"/>
                  <a:pt x="703218" y="23625"/>
                  <a:pt x="691537" y="24255"/>
                </a:cubicBezTo>
                <a:cubicBezTo>
                  <a:pt x="654578" y="26242"/>
                  <a:pt x="600597" y="46371"/>
                  <a:pt x="592047" y="65801"/>
                </a:cubicBezTo>
                <a:cubicBezTo>
                  <a:pt x="585012" y="63423"/>
                  <a:pt x="575060" y="63294"/>
                  <a:pt x="563838" y="64669"/>
                </a:cubicBezTo>
                <a:cubicBezTo>
                  <a:pt x="526755" y="69390"/>
                  <a:pt x="475915" y="91636"/>
                  <a:pt x="471283" y="109320"/>
                </a:cubicBezTo>
                <a:cubicBezTo>
                  <a:pt x="462975" y="106207"/>
                  <a:pt x="453514" y="105233"/>
                  <a:pt x="443696" y="105576"/>
                </a:cubicBezTo>
                <a:cubicBezTo>
                  <a:pt x="409440" y="106799"/>
                  <a:pt x="370654" y="125536"/>
                  <a:pt x="361426" y="136479"/>
                </a:cubicBezTo>
                <a:cubicBezTo>
                  <a:pt x="354236" y="132970"/>
                  <a:pt x="344240" y="130399"/>
                  <a:pt x="333315" y="128740"/>
                </a:cubicBezTo>
                <a:cubicBezTo>
                  <a:pt x="303458" y="124166"/>
                  <a:pt x="266123" y="126236"/>
                  <a:pt x="254738" y="135454"/>
                </a:cubicBezTo>
                <a:cubicBezTo>
                  <a:pt x="246466" y="131159"/>
                  <a:pt x="237170" y="127523"/>
                  <a:pt x="227623" y="124737"/>
                </a:cubicBezTo>
                <a:cubicBezTo>
                  <a:pt x="199268" y="116301"/>
                  <a:pt x="168237" y="114745"/>
                  <a:pt x="152962" y="122999"/>
                </a:cubicBezTo>
                <a:cubicBezTo>
                  <a:pt x="142280" y="119797"/>
                  <a:pt x="131148" y="117933"/>
                  <a:pt x="119919" y="117220"/>
                </a:cubicBezTo>
                <a:close/>
                <a:moveTo>
                  <a:pt x="88024" y="262077"/>
                </a:moveTo>
                <a:cubicBezTo>
                  <a:pt x="83917" y="249447"/>
                  <a:pt x="81944" y="232841"/>
                  <a:pt x="84664" y="211327"/>
                </a:cubicBezTo>
                <a:cubicBezTo>
                  <a:pt x="81909" y="232901"/>
                  <a:pt x="83856" y="249411"/>
                  <a:pt x="88024" y="262077"/>
                </a:cubicBezTo>
                <a:close/>
                <a:moveTo>
                  <a:pt x="119919" y="117220"/>
                </a:moveTo>
                <a:cubicBezTo>
                  <a:pt x="101520" y="142507"/>
                  <a:pt x="88126" y="183909"/>
                  <a:pt x="84664" y="211327"/>
                </a:cubicBezTo>
                <a:moveTo>
                  <a:pt x="152962" y="122999"/>
                </a:moveTo>
                <a:cubicBezTo>
                  <a:pt x="131420" y="134688"/>
                  <a:pt x="90122" y="237718"/>
                  <a:pt x="124430" y="269869"/>
                </a:cubicBezTo>
                <a:moveTo>
                  <a:pt x="227623" y="124737"/>
                </a:moveTo>
                <a:cubicBezTo>
                  <a:pt x="207766" y="154230"/>
                  <a:pt x="188441" y="222427"/>
                  <a:pt x="192746" y="268596"/>
                </a:cubicBezTo>
                <a:cubicBezTo>
                  <a:pt x="194053" y="282575"/>
                  <a:pt x="197407" y="293714"/>
                  <a:pt x="201793" y="302498"/>
                </a:cubicBezTo>
                <a:moveTo>
                  <a:pt x="254738" y="135454"/>
                </a:moveTo>
                <a:cubicBezTo>
                  <a:pt x="237778" y="149147"/>
                  <a:pt x="194817" y="280278"/>
                  <a:pt x="240568" y="305490"/>
                </a:cubicBezTo>
                <a:moveTo>
                  <a:pt x="346308" y="321856"/>
                </a:moveTo>
                <a:cubicBezTo>
                  <a:pt x="338203" y="314051"/>
                  <a:pt x="330628" y="302947"/>
                  <a:pt x="325035" y="286732"/>
                </a:cubicBezTo>
                <a:lnTo>
                  <a:pt x="325000" y="286793"/>
                </a:lnTo>
                <a:cubicBezTo>
                  <a:pt x="309394" y="241714"/>
                  <a:pt x="314318" y="164582"/>
                  <a:pt x="333315" y="128740"/>
                </a:cubicBezTo>
                <a:moveTo>
                  <a:pt x="381189" y="310595"/>
                </a:moveTo>
                <a:cubicBezTo>
                  <a:pt x="328123" y="299034"/>
                  <a:pt x="340827" y="160816"/>
                  <a:pt x="361426" y="136479"/>
                </a:cubicBezTo>
                <a:moveTo>
                  <a:pt x="486964" y="293588"/>
                </a:moveTo>
                <a:cubicBezTo>
                  <a:pt x="439890" y="253025"/>
                  <a:pt x="440695" y="131496"/>
                  <a:pt x="443696" y="105576"/>
                </a:cubicBezTo>
                <a:moveTo>
                  <a:pt x="511586" y="276705"/>
                </a:moveTo>
                <a:cubicBezTo>
                  <a:pt x="471252" y="261433"/>
                  <a:pt x="467502" y="123569"/>
                  <a:pt x="471283" y="109320"/>
                </a:cubicBezTo>
                <a:moveTo>
                  <a:pt x="633928" y="248930"/>
                </a:moveTo>
                <a:cubicBezTo>
                  <a:pt x="630847" y="254686"/>
                  <a:pt x="621164" y="260958"/>
                  <a:pt x="608205" y="266460"/>
                </a:cubicBezTo>
                <a:cubicBezTo>
                  <a:pt x="600688" y="260437"/>
                  <a:pt x="594055" y="252042"/>
                  <a:pt x="588414" y="241091"/>
                </a:cubicBezTo>
                <a:cubicBezTo>
                  <a:pt x="572927" y="211069"/>
                  <a:pt x="568362" y="174448"/>
                  <a:pt x="565060" y="140962"/>
                </a:cubicBezTo>
                <a:cubicBezTo>
                  <a:pt x="563375" y="123718"/>
                  <a:pt x="560398" y="86168"/>
                  <a:pt x="563838" y="64669"/>
                </a:cubicBezTo>
                <a:moveTo>
                  <a:pt x="633802" y="249014"/>
                </a:moveTo>
                <a:cubicBezTo>
                  <a:pt x="591219" y="239738"/>
                  <a:pt x="585692" y="80167"/>
                  <a:pt x="592047" y="65801"/>
                </a:cubicBezTo>
                <a:moveTo>
                  <a:pt x="724999" y="235550"/>
                </a:moveTo>
                <a:cubicBezTo>
                  <a:pt x="713744" y="223681"/>
                  <a:pt x="701175" y="205125"/>
                  <a:pt x="692463" y="131163"/>
                </a:cubicBezTo>
                <a:lnTo>
                  <a:pt x="692558" y="131138"/>
                </a:lnTo>
                <a:cubicBezTo>
                  <a:pt x="690233" y="111922"/>
                  <a:pt x="684211" y="53048"/>
                  <a:pt x="691537" y="24255"/>
                </a:cubicBezTo>
                <a:cubicBezTo>
                  <a:pt x="684211" y="53048"/>
                  <a:pt x="690240" y="111915"/>
                  <a:pt x="692469" y="131157"/>
                </a:cubicBezTo>
                <a:moveTo>
                  <a:pt x="749637" y="219896"/>
                </a:moveTo>
                <a:cubicBezTo>
                  <a:pt x="717582" y="201068"/>
                  <a:pt x="709852" y="45177"/>
                  <a:pt x="719534" y="28405"/>
                </a:cubicBezTo>
                <a:moveTo>
                  <a:pt x="851390" y="213639"/>
                </a:moveTo>
                <a:cubicBezTo>
                  <a:pt x="843484" y="205628"/>
                  <a:pt x="838188" y="195199"/>
                  <a:pt x="834417" y="186610"/>
                </a:cubicBezTo>
                <a:cubicBezTo>
                  <a:pt x="816926" y="146614"/>
                  <a:pt x="799958" y="59788"/>
                  <a:pt x="822801" y="13503"/>
                </a:cubicBezTo>
                <a:moveTo>
                  <a:pt x="877453" y="198005"/>
                </a:moveTo>
                <a:cubicBezTo>
                  <a:pt x="877268" y="197958"/>
                  <a:pt x="877087" y="197913"/>
                  <a:pt x="876910" y="197869"/>
                </a:cubicBezTo>
                <a:cubicBezTo>
                  <a:pt x="852895" y="191858"/>
                  <a:pt x="825440" y="65498"/>
                  <a:pt x="848660" y="24160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4743570" y="1987409"/>
            <a:ext cx="179935" cy="259177"/>
          </a:xfrm>
          <a:custGeom>
            <a:rect b="b" l="l" r="r" t="t"/>
            <a:pathLst>
              <a:path extrusionOk="0" h="259177" w="179935">
                <a:moveTo>
                  <a:pt x="64097" y="255310"/>
                </a:moveTo>
                <a:cubicBezTo>
                  <a:pt x="70794" y="259177"/>
                  <a:pt x="79331" y="256928"/>
                  <a:pt x="83165" y="250288"/>
                </a:cubicBezTo>
                <a:cubicBezTo>
                  <a:pt x="86998" y="243648"/>
                  <a:pt x="84677" y="235131"/>
                  <a:pt x="77980" y="231264"/>
                </a:cubicBezTo>
                <a:cubicBezTo>
                  <a:pt x="71283" y="227398"/>
                  <a:pt x="62746" y="229646"/>
                  <a:pt x="58912" y="236286"/>
                </a:cubicBezTo>
                <a:cubicBezTo>
                  <a:pt x="55079" y="242926"/>
                  <a:pt x="57400" y="251443"/>
                  <a:pt x="64097" y="255310"/>
                </a:cubicBezTo>
                <a:close/>
                <a:moveTo>
                  <a:pt x="179935" y="64343"/>
                </a:moveTo>
                <a:cubicBezTo>
                  <a:pt x="141107" y="29101"/>
                  <a:pt x="83454" y="45509"/>
                  <a:pt x="17405" y="159907"/>
                </a:cubicBezTo>
                <a:moveTo>
                  <a:pt x="117857" y="19522"/>
                </a:moveTo>
                <a:cubicBezTo>
                  <a:pt x="70438" y="0"/>
                  <a:pt x="23178" y="32990"/>
                  <a:pt x="0" y="156027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5295271" y="2440106"/>
            <a:ext cx="420247" cy="982233"/>
          </a:xfrm>
          <a:custGeom>
            <a:rect b="b" l="l" r="r" t="t"/>
            <a:pathLst>
              <a:path extrusionOk="0" h="982233" w="420247">
                <a:moveTo>
                  <a:pt x="80096" y="977664"/>
                </a:moveTo>
                <a:cubicBezTo>
                  <a:pt x="169499" y="975355"/>
                  <a:pt x="253672" y="955518"/>
                  <a:pt x="316852" y="908710"/>
                </a:cubicBezTo>
                <a:cubicBezTo>
                  <a:pt x="378877" y="862717"/>
                  <a:pt x="407138" y="794782"/>
                  <a:pt x="407138" y="695392"/>
                </a:cubicBezTo>
                <a:cubicBezTo>
                  <a:pt x="407138" y="672022"/>
                  <a:pt x="401565" y="631106"/>
                  <a:pt x="401565" y="631106"/>
                </a:cubicBezTo>
                <a:cubicBezTo>
                  <a:pt x="420247" y="585046"/>
                  <a:pt x="412301" y="554354"/>
                  <a:pt x="414407" y="507954"/>
                </a:cubicBezTo>
                <a:cubicBezTo>
                  <a:pt x="415629" y="481663"/>
                  <a:pt x="416580" y="454421"/>
                  <a:pt x="417056" y="427654"/>
                </a:cubicBezTo>
                <a:cubicBezTo>
                  <a:pt x="417599" y="397559"/>
                  <a:pt x="417599" y="368142"/>
                  <a:pt x="416852" y="341376"/>
                </a:cubicBezTo>
                <a:cubicBezTo>
                  <a:pt x="416105" y="313182"/>
                  <a:pt x="414473" y="287796"/>
                  <a:pt x="411892" y="267823"/>
                </a:cubicBezTo>
                <a:cubicBezTo>
                  <a:pt x="408699" y="243638"/>
                  <a:pt x="403945" y="227218"/>
                  <a:pt x="397423" y="222734"/>
                </a:cubicBezTo>
                <a:cubicBezTo>
                  <a:pt x="397763" y="200248"/>
                  <a:pt x="394571" y="182059"/>
                  <a:pt x="388592" y="165822"/>
                </a:cubicBezTo>
                <a:cubicBezTo>
                  <a:pt x="382818" y="149993"/>
                  <a:pt x="374530" y="135998"/>
                  <a:pt x="364611" y="121595"/>
                </a:cubicBezTo>
                <a:cubicBezTo>
                  <a:pt x="357478" y="111201"/>
                  <a:pt x="349532" y="103922"/>
                  <a:pt x="341448" y="98283"/>
                </a:cubicBezTo>
                <a:cubicBezTo>
                  <a:pt x="311284" y="70498"/>
                  <a:pt x="284925" y="59424"/>
                  <a:pt x="261691" y="51747"/>
                </a:cubicBezTo>
                <a:cubicBezTo>
                  <a:pt x="244911" y="33473"/>
                  <a:pt x="201363" y="0"/>
                  <a:pt x="163998" y="0"/>
                </a:cubicBezTo>
                <a:cubicBezTo>
                  <a:pt x="126769" y="0"/>
                  <a:pt x="81866" y="58881"/>
                  <a:pt x="59311" y="93935"/>
                </a:cubicBezTo>
                <a:cubicBezTo>
                  <a:pt x="45181" y="115947"/>
                  <a:pt x="34107" y="139656"/>
                  <a:pt x="26973" y="159289"/>
                </a:cubicBezTo>
                <a:cubicBezTo>
                  <a:pt x="4215" y="225595"/>
                  <a:pt x="21467" y="276315"/>
                  <a:pt x="21467" y="276315"/>
                </a:cubicBezTo>
                <a:cubicBezTo>
                  <a:pt x="8288" y="325772"/>
                  <a:pt x="0" y="515108"/>
                  <a:pt x="32201" y="758046"/>
                </a:cubicBezTo>
                <a:cubicBezTo>
                  <a:pt x="35530" y="783046"/>
                  <a:pt x="38656" y="805121"/>
                  <a:pt x="41577" y="824822"/>
                </a:cubicBezTo>
                <a:cubicBezTo>
                  <a:pt x="45110" y="848192"/>
                  <a:pt x="48371" y="868097"/>
                  <a:pt x="51428" y="884945"/>
                </a:cubicBezTo>
                <a:cubicBezTo>
                  <a:pt x="59716" y="930802"/>
                  <a:pt x="66170" y="954375"/>
                  <a:pt x="70858" y="966332"/>
                </a:cubicBezTo>
                <a:cubicBezTo>
                  <a:pt x="77040" y="982161"/>
                  <a:pt x="80096" y="977664"/>
                  <a:pt x="80096" y="977664"/>
                </a:cubicBezTo>
                <a:close/>
                <a:moveTo>
                  <a:pt x="80096" y="977664"/>
                </a:moveTo>
                <a:lnTo>
                  <a:pt x="80028" y="977664"/>
                </a:lnTo>
                <a:cubicBezTo>
                  <a:pt x="138317" y="855380"/>
                  <a:pt x="343143" y="794510"/>
                  <a:pt x="401499" y="631057"/>
                </a:cubicBezTo>
                <a:cubicBezTo>
                  <a:pt x="401499" y="631057"/>
                  <a:pt x="407138" y="672022"/>
                  <a:pt x="407138" y="695392"/>
                </a:cubicBezTo>
                <a:cubicBezTo>
                  <a:pt x="407138" y="794782"/>
                  <a:pt x="378877" y="862717"/>
                  <a:pt x="316852" y="908710"/>
                </a:cubicBezTo>
                <a:cubicBezTo>
                  <a:pt x="253672" y="955518"/>
                  <a:pt x="169499" y="975355"/>
                  <a:pt x="80096" y="977664"/>
                </a:cubicBezTo>
                <a:close/>
                <a:moveTo>
                  <a:pt x="80092" y="977681"/>
                </a:moveTo>
                <a:cubicBezTo>
                  <a:pt x="138381" y="855397"/>
                  <a:pt x="343139" y="794527"/>
                  <a:pt x="401563" y="631074"/>
                </a:cubicBezTo>
                <a:cubicBezTo>
                  <a:pt x="401563" y="631074"/>
                  <a:pt x="406523" y="615517"/>
                  <a:pt x="368547" y="552541"/>
                </a:cubicBezTo>
                <a:cubicBezTo>
                  <a:pt x="360802" y="539701"/>
                  <a:pt x="336413" y="496426"/>
                  <a:pt x="336413" y="496426"/>
                </a:cubicBezTo>
                <a:cubicBezTo>
                  <a:pt x="326970" y="426724"/>
                  <a:pt x="288858" y="390310"/>
                  <a:pt x="288858" y="390310"/>
                </a:cubicBezTo>
                <a:cubicBezTo>
                  <a:pt x="288858" y="390310"/>
                  <a:pt x="301630" y="473124"/>
                  <a:pt x="253532" y="543709"/>
                </a:cubicBezTo>
                <a:cubicBezTo>
                  <a:pt x="122144" y="736306"/>
                  <a:pt x="52171" y="871430"/>
                  <a:pt x="70853" y="966404"/>
                </a:cubicBezTo>
                <a:cubicBezTo>
                  <a:pt x="77035" y="982233"/>
                  <a:pt x="80160" y="977681"/>
                  <a:pt x="80160" y="977681"/>
                </a:cubicBezTo>
                <a:close/>
                <a:moveTo>
                  <a:pt x="253536" y="543637"/>
                </a:moveTo>
                <a:cubicBezTo>
                  <a:pt x="122149" y="736234"/>
                  <a:pt x="52175" y="871358"/>
                  <a:pt x="70858" y="966332"/>
                </a:cubicBezTo>
                <a:cubicBezTo>
                  <a:pt x="66170" y="954375"/>
                  <a:pt x="59716" y="930802"/>
                  <a:pt x="51428" y="884945"/>
                </a:cubicBezTo>
                <a:cubicBezTo>
                  <a:pt x="48371" y="868097"/>
                  <a:pt x="45110" y="848192"/>
                  <a:pt x="41577" y="824822"/>
                </a:cubicBezTo>
                <a:cubicBezTo>
                  <a:pt x="35599" y="670201"/>
                  <a:pt x="70246" y="373934"/>
                  <a:pt x="149459" y="241595"/>
                </a:cubicBezTo>
                <a:cubicBezTo>
                  <a:pt x="155573" y="244313"/>
                  <a:pt x="161755" y="247030"/>
                  <a:pt x="168073" y="249816"/>
                </a:cubicBezTo>
                <a:cubicBezTo>
                  <a:pt x="250343" y="285957"/>
                  <a:pt x="249460" y="296963"/>
                  <a:pt x="264610" y="339762"/>
                </a:cubicBezTo>
                <a:cubicBezTo>
                  <a:pt x="264610" y="339762"/>
                  <a:pt x="286616" y="359400"/>
                  <a:pt x="288858" y="390310"/>
                </a:cubicBezTo>
                <a:cubicBezTo>
                  <a:pt x="288858" y="390310"/>
                  <a:pt x="301635" y="473120"/>
                  <a:pt x="253536" y="543637"/>
                </a:cubicBezTo>
                <a:close/>
                <a:moveTo>
                  <a:pt x="41577" y="824822"/>
                </a:moveTo>
                <a:cubicBezTo>
                  <a:pt x="38656" y="805121"/>
                  <a:pt x="35530" y="783046"/>
                  <a:pt x="32201" y="758046"/>
                </a:cubicBezTo>
                <a:cubicBezTo>
                  <a:pt x="0" y="515108"/>
                  <a:pt x="8288" y="325772"/>
                  <a:pt x="21467" y="276315"/>
                </a:cubicBezTo>
                <a:cubicBezTo>
                  <a:pt x="21467" y="276315"/>
                  <a:pt x="4212" y="225635"/>
                  <a:pt x="26970" y="159329"/>
                </a:cubicBezTo>
                <a:cubicBezTo>
                  <a:pt x="46467" y="191463"/>
                  <a:pt x="91645" y="215580"/>
                  <a:pt x="149458" y="241532"/>
                </a:cubicBezTo>
                <a:cubicBezTo>
                  <a:pt x="70245" y="373938"/>
                  <a:pt x="35599" y="670201"/>
                  <a:pt x="41577" y="824822"/>
                </a:cubicBezTo>
                <a:close/>
                <a:moveTo>
                  <a:pt x="223576" y="277899"/>
                </a:moveTo>
                <a:lnTo>
                  <a:pt x="223576" y="277762"/>
                </a:lnTo>
                <a:cubicBezTo>
                  <a:pt x="211076" y="269678"/>
                  <a:pt x="193549" y="260914"/>
                  <a:pt x="168005" y="249705"/>
                </a:cubicBezTo>
                <a:cubicBezTo>
                  <a:pt x="161687" y="246987"/>
                  <a:pt x="155437" y="244202"/>
                  <a:pt x="149391" y="241485"/>
                </a:cubicBezTo>
                <a:cubicBezTo>
                  <a:pt x="213861" y="239039"/>
                  <a:pt x="275139" y="223278"/>
                  <a:pt x="318754" y="207381"/>
                </a:cubicBezTo>
                <a:cubicBezTo>
                  <a:pt x="353265" y="194813"/>
                  <a:pt x="375344" y="179799"/>
                  <a:pt x="388524" y="165805"/>
                </a:cubicBezTo>
                <a:cubicBezTo>
                  <a:pt x="394502" y="182042"/>
                  <a:pt x="397763" y="200248"/>
                  <a:pt x="397423" y="222734"/>
                </a:cubicBezTo>
                <a:cubicBezTo>
                  <a:pt x="390426" y="217979"/>
                  <a:pt x="252041" y="260371"/>
                  <a:pt x="223576" y="277899"/>
                </a:cubicBezTo>
                <a:close/>
                <a:moveTo>
                  <a:pt x="38384" y="174314"/>
                </a:moveTo>
                <a:cubicBezTo>
                  <a:pt x="74526" y="178526"/>
                  <a:pt x="120043" y="179341"/>
                  <a:pt x="183563" y="164734"/>
                </a:cubicBezTo>
                <a:cubicBezTo>
                  <a:pt x="247762" y="149924"/>
                  <a:pt x="305983" y="119558"/>
                  <a:pt x="341377" y="98294"/>
                </a:cubicBezTo>
                <a:cubicBezTo>
                  <a:pt x="349462" y="103932"/>
                  <a:pt x="357478" y="111201"/>
                  <a:pt x="364611" y="121595"/>
                </a:cubicBezTo>
                <a:cubicBezTo>
                  <a:pt x="374530" y="135998"/>
                  <a:pt x="382818" y="149993"/>
                  <a:pt x="388592" y="165822"/>
                </a:cubicBezTo>
                <a:cubicBezTo>
                  <a:pt x="375413" y="179817"/>
                  <a:pt x="353266" y="194830"/>
                  <a:pt x="318823" y="207398"/>
                </a:cubicBezTo>
                <a:cubicBezTo>
                  <a:pt x="275208" y="223295"/>
                  <a:pt x="213998" y="238989"/>
                  <a:pt x="149459" y="241502"/>
                </a:cubicBezTo>
                <a:cubicBezTo>
                  <a:pt x="101021" y="219763"/>
                  <a:pt x="61483" y="199314"/>
                  <a:pt x="38452" y="174314"/>
                </a:cubicBezTo>
                <a:moveTo>
                  <a:pt x="261691" y="51747"/>
                </a:moveTo>
                <a:lnTo>
                  <a:pt x="261759" y="51747"/>
                </a:lnTo>
                <a:cubicBezTo>
                  <a:pt x="284993" y="59424"/>
                  <a:pt x="311284" y="70498"/>
                  <a:pt x="341448" y="98283"/>
                </a:cubicBezTo>
                <a:cubicBezTo>
                  <a:pt x="306053" y="119547"/>
                  <a:pt x="247832" y="149914"/>
                  <a:pt x="183633" y="164724"/>
                </a:cubicBezTo>
                <a:cubicBezTo>
                  <a:pt x="120113" y="179330"/>
                  <a:pt x="74596" y="178515"/>
                  <a:pt x="38454" y="174303"/>
                </a:cubicBezTo>
                <a:cubicBezTo>
                  <a:pt x="33971" y="169480"/>
                  <a:pt x="30166" y="164520"/>
                  <a:pt x="26973" y="159289"/>
                </a:cubicBezTo>
                <a:cubicBezTo>
                  <a:pt x="34107" y="139656"/>
                  <a:pt x="45181" y="115947"/>
                  <a:pt x="59311" y="93935"/>
                </a:cubicBezTo>
                <a:cubicBezTo>
                  <a:pt x="84855" y="98759"/>
                  <a:pt x="117056" y="98555"/>
                  <a:pt x="165494" y="87549"/>
                </a:cubicBezTo>
                <a:cubicBezTo>
                  <a:pt x="205576" y="78446"/>
                  <a:pt x="238117" y="64383"/>
                  <a:pt x="261691" y="51747"/>
                </a:cubicBezTo>
                <a:close/>
                <a:moveTo>
                  <a:pt x="163998" y="0"/>
                </a:moveTo>
                <a:cubicBezTo>
                  <a:pt x="201363" y="0"/>
                  <a:pt x="244909" y="33492"/>
                  <a:pt x="261689" y="51766"/>
                </a:cubicBezTo>
                <a:cubicBezTo>
                  <a:pt x="238116" y="64402"/>
                  <a:pt x="205575" y="78465"/>
                  <a:pt x="165493" y="87568"/>
                </a:cubicBezTo>
                <a:cubicBezTo>
                  <a:pt x="117055" y="98574"/>
                  <a:pt x="84853" y="98710"/>
                  <a:pt x="59309" y="93954"/>
                </a:cubicBezTo>
                <a:cubicBezTo>
                  <a:pt x="81864" y="58900"/>
                  <a:pt x="126769" y="0"/>
                  <a:pt x="163998" y="0"/>
                </a:cubicBezTo>
                <a:close/>
                <a:moveTo>
                  <a:pt x="414337" y="507871"/>
                </a:moveTo>
                <a:cubicBezTo>
                  <a:pt x="412231" y="554271"/>
                  <a:pt x="420247" y="585046"/>
                  <a:pt x="401565" y="631106"/>
                </a:cubicBezTo>
                <a:cubicBezTo>
                  <a:pt x="401565" y="631106"/>
                  <a:pt x="406524" y="615549"/>
                  <a:pt x="368548" y="552573"/>
                </a:cubicBezTo>
                <a:cubicBezTo>
                  <a:pt x="366374" y="548904"/>
                  <a:pt x="362841" y="542926"/>
                  <a:pt x="358969" y="536132"/>
                </a:cubicBezTo>
                <a:cubicBezTo>
                  <a:pt x="390967" y="524379"/>
                  <a:pt x="408019" y="514189"/>
                  <a:pt x="414337" y="507871"/>
                </a:cubicBezTo>
                <a:close/>
                <a:moveTo>
                  <a:pt x="336417" y="496405"/>
                </a:moveTo>
                <a:cubicBezTo>
                  <a:pt x="326973" y="426703"/>
                  <a:pt x="288862" y="390289"/>
                  <a:pt x="288862" y="390289"/>
                </a:cubicBezTo>
                <a:cubicBezTo>
                  <a:pt x="288726" y="388727"/>
                  <a:pt x="288590" y="387164"/>
                  <a:pt x="288386" y="385670"/>
                </a:cubicBezTo>
                <a:cubicBezTo>
                  <a:pt x="331321" y="379216"/>
                  <a:pt x="391105" y="357544"/>
                  <a:pt x="416852" y="341376"/>
                </a:cubicBezTo>
                <a:cubicBezTo>
                  <a:pt x="417599" y="368142"/>
                  <a:pt x="417599" y="397559"/>
                  <a:pt x="417056" y="427654"/>
                </a:cubicBezTo>
                <a:cubicBezTo>
                  <a:pt x="416580" y="454421"/>
                  <a:pt x="415629" y="481663"/>
                  <a:pt x="414407" y="507954"/>
                </a:cubicBezTo>
                <a:cubicBezTo>
                  <a:pt x="408156" y="514204"/>
                  <a:pt x="391037" y="524462"/>
                  <a:pt x="359039" y="536215"/>
                </a:cubicBezTo>
                <a:cubicBezTo>
                  <a:pt x="349052" y="518891"/>
                  <a:pt x="336484" y="496473"/>
                  <a:pt x="336484" y="496473"/>
                </a:cubicBezTo>
                <a:close/>
                <a:moveTo>
                  <a:pt x="256319" y="316465"/>
                </a:moveTo>
                <a:cubicBezTo>
                  <a:pt x="250205" y="301112"/>
                  <a:pt x="242936" y="290310"/>
                  <a:pt x="223642" y="277810"/>
                </a:cubicBezTo>
                <a:cubicBezTo>
                  <a:pt x="252107" y="260214"/>
                  <a:pt x="390492" y="217891"/>
                  <a:pt x="397489" y="222646"/>
                </a:cubicBezTo>
                <a:cubicBezTo>
                  <a:pt x="404011" y="227130"/>
                  <a:pt x="408699" y="243638"/>
                  <a:pt x="411892" y="267823"/>
                </a:cubicBezTo>
                <a:cubicBezTo>
                  <a:pt x="414473" y="287796"/>
                  <a:pt x="416104" y="313068"/>
                  <a:pt x="416851" y="341262"/>
                </a:cubicBezTo>
                <a:cubicBezTo>
                  <a:pt x="391103" y="357430"/>
                  <a:pt x="331320" y="379102"/>
                  <a:pt x="288385" y="385556"/>
                </a:cubicBezTo>
                <a:cubicBezTo>
                  <a:pt x="284444" y="357362"/>
                  <a:pt x="264607" y="339699"/>
                  <a:pt x="264607" y="339699"/>
                </a:cubicBezTo>
                <a:cubicBezTo>
                  <a:pt x="261482" y="330800"/>
                  <a:pt x="258969" y="323191"/>
                  <a:pt x="256319" y="316533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6470238" y="2492326"/>
            <a:ext cx="390916" cy="634946"/>
          </a:xfrm>
          <a:custGeom>
            <a:rect b="b" l="l" r="r" t="t"/>
            <a:pathLst>
              <a:path extrusionOk="0" h="634946" w="390916">
                <a:moveTo>
                  <a:pt x="342975" y="534669"/>
                </a:moveTo>
                <a:cubicBezTo>
                  <a:pt x="354283" y="567069"/>
                  <a:pt x="364034" y="600905"/>
                  <a:pt x="372159" y="634673"/>
                </a:cubicBezTo>
                <a:cubicBezTo>
                  <a:pt x="372227" y="634878"/>
                  <a:pt x="372295" y="634946"/>
                  <a:pt x="372295" y="634946"/>
                </a:cubicBezTo>
                <a:cubicBezTo>
                  <a:pt x="390916" y="588601"/>
                  <a:pt x="384009" y="557636"/>
                  <a:pt x="386109" y="510949"/>
                </a:cubicBezTo>
                <a:cubicBezTo>
                  <a:pt x="387327" y="484496"/>
                  <a:pt x="388339" y="457243"/>
                  <a:pt x="388813" y="430310"/>
                </a:cubicBezTo>
                <a:cubicBezTo>
                  <a:pt x="389355" y="400029"/>
                  <a:pt x="389360" y="370257"/>
                  <a:pt x="388615" y="343324"/>
                </a:cubicBezTo>
                <a:cubicBezTo>
                  <a:pt x="387871" y="314957"/>
                  <a:pt x="386245" y="289529"/>
                  <a:pt x="383672" y="269432"/>
                </a:cubicBezTo>
                <a:cubicBezTo>
                  <a:pt x="380490" y="245097"/>
                  <a:pt x="375818" y="228487"/>
                  <a:pt x="369317" y="223976"/>
                </a:cubicBezTo>
                <a:cubicBezTo>
                  <a:pt x="369655" y="201350"/>
                  <a:pt x="366336" y="183203"/>
                  <a:pt x="360377" y="166866"/>
                </a:cubicBezTo>
                <a:cubicBezTo>
                  <a:pt x="354622" y="150939"/>
                  <a:pt x="346498" y="136868"/>
                  <a:pt x="336612" y="122377"/>
                </a:cubicBezTo>
                <a:cubicBezTo>
                  <a:pt x="329502" y="111918"/>
                  <a:pt x="321512" y="104604"/>
                  <a:pt x="313454" y="98931"/>
                </a:cubicBezTo>
                <a:cubicBezTo>
                  <a:pt x="283389" y="70973"/>
                  <a:pt x="257109" y="59790"/>
                  <a:pt x="233951" y="52066"/>
                </a:cubicBezTo>
                <a:cubicBezTo>
                  <a:pt x="217226" y="33678"/>
                  <a:pt x="173826" y="0"/>
                  <a:pt x="136583" y="0"/>
                </a:cubicBezTo>
                <a:cubicBezTo>
                  <a:pt x="99476" y="0"/>
                  <a:pt x="54712" y="59243"/>
                  <a:pt x="32232" y="94515"/>
                </a:cubicBezTo>
                <a:cubicBezTo>
                  <a:pt x="18147" y="116662"/>
                  <a:pt x="7110" y="140518"/>
                  <a:pt x="0" y="160272"/>
                </a:cubicBezTo>
                <a:cubicBezTo>
                  <a:pt x="3182" y="165536"/>
                  <a:pt x="7049" y="170567"/>
                  <a:pt x="11518" y="175421"/>
                </a:cubicBezTo>
                <a:cubicBezTo>
                  <a:pt x="34473" y="200575"/>
                  <a:pt x="73883" y="221150"/>
                  <a:pt x="122163" y="243024"/>
                </a:cubicBezTo>
                <a:cubicBezTo>
                  <a:pt x="128189" y="245759"/>
                  <a:pt x="134281" y="248551"/>
                  <a:pt x="140579" y="251285"/>
                </a:cubicBezTo>
                <a:cubicBezTo>
                  <a:pt x="166039" y="262564"/>
                  <a:pt x="183578" y="271346"/>
                  <a:pt x="196037" y="279480"/>
                </a:cubicBezTo>
                <a:cubicBezTo>
                  <a:pt x="215268" y="292057"/>
                  <a:pt x="222514" y="302926"/>
                  <a:pt x="228607" y="318375"/>
                </a:cubicBezTo>
                <a:cubicBezTo>
                  <a:pt x="231249" y="325073"/>
                  <a:pt x="233754" y="332798"/>
                  <a:pt x="236869" y="341752"/>
                </a:cubicBezTo>
                <a:cubicBezTo>
                  <a:pt x="236869" y="341752"/>
                  <a:pt x="256636" y="359699"/>
                  <a:pt x="260563" y="388067"/>
                </a:cubicBezTo>
                <a:cubicBezTo>
                  <a:pt x="260766" y="389571"/>
                  <a:pt x="260901" y="391143"/>
                  <a:pt x="261037" y="392715"/>
                </a:cubicBezTo>
                <a:cubicBezTo>
                  <a:pt x="261037" y="392715"/>
                  <a:pt x="289544" y="406386"/>
                  <a:pt x="321708" y="480210"/>
                </a:cubicBezTo>
                <a:cubicBezTo>
                  <a:pt x="329360" y="497777"/>
                  <a:pt x="336406" y="515871"/>
                  <a:pt x="342975" y="534669"/>
                </a:cubicBezTo>
                <a:close/>
                <a:moveTo>
                  <a:pt x="386109" y="510949"/>
                </a:moveTo>
                <a:cubicBezTo>
                  <a:pt x="380691" y="516418"/>
                  <a:pt x="367149" y="524894"/>
                  <a:pt x="342975" y="534669"/>
                </a:cubicBezTo>
                <a:moveTo>
                  <a:pt x="388615" y="343324"/>
                </a:moveTo>
                <a:cubicBezTo>
                  <a:pt x="362952" y="359593"/>
                  <a:pt x="303358" y="381573"/>
                  <a:pt x="260563" y="388067"/>
                </a:cubicBezTo>
                <a:moveTo>
                  <a:pt x="369317" y="223976"/>
                </a:moveTo>
                <a:cubicBezTo>
                  <a:pt x="362343" y="219190"/>
                  <a:pt x="224410" y="261776"/>
                  <a:pt x="196037" y="279480"/>
                </a:cubicBezTo>
                <a:moveTo>
                  <a:pt x="360377" y="166866"/>
                </a:moveTo>
                <a:cubicBezTo>
                  <a:pt x="347241" y="180947"/>
                  <a:pt x="325234" y="196054"/>
                  <a:pt x="290835" y="208700"/>
                </a:cubicBezTo>
                <a:cubicBezTo>
                  <a:pt x="247363" y="224695"/>
                  <a:pt x="186423" y="240563"/>
                  <a:pt x="122163" y="243024"/>
                </a:cubicBezTo>
                <a:moveTo>
                  <a:pt x="313454" y="98931"/>
                </a:moveTo>
                <a:cubicBezTo>
                  <a:pt x="278175" y="120326"/>
                  <a:pt x="220137" y="150840"/>
                  <a:pt x="156147" y="165741"/>
                </a:cubicBezTo>
                <a:cubicBezTo>
                  <a:pt x="92835" y="180438"/>
                  <a:pt x="47542" y="179659"/>
                  <a:pt x="11518" y="175421"/>
                </a:cubicBezTo>
                <a:moveTo>
                  <a:pt x="233951" y="52066"/>
                </a:moveTo>
                <a:cubicBezTo>
                  <a:pt x="210454" y="64780"/>
                  <a:pt x="178019" y="78930"/>
                  <a:pt x="138068" y="88089"/>
                </a:cubicBezTo>
                <a:cubicBezTo>
                  <a:pt x="89788" y="99163"/>
                  <a:pt x="57692" y="99368"/>
                  <a:pt x="32232" y="94515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6577088" y="2885028"/>
            <a:ext cx="298620" cy="614501"/>
          </a:xfrm>
          <a:custGeom>
            <a:rect b="b" l="l" r="r" t="t"/>
            <a:pathLst>
              <a:path extrusionOk="0" h="614501" w="298620">
                <a:moveTo>
                  <a:pt x="297063" y="496588"/>
                </a:moveTo>
                <a:cubicBezTo>
                  <a:pt x="298620" y="447439"/>
                  <a:pt x="292390" y="377034"/>
                  <a:pt x="278238" y="302047"/>
                </a:cubicBezTo>
                <a:cubicBezTo>
                  <a:pt x="295167" y="429121"/>
                  <a:pt x="258195" y="501714"/>
                  <a:pt x="236662" y="513472"/>
                </a:cubicBezTo>
                <a:cubicBezTo>
                  <a:pt x="217025" y="524135"/>
                  <a:pt x="125408" y="473073"/>
                  <a:pt x="71982" y="412237"/>
                </a:cubicBezTo>
                <a:cubicBezTo>
                  <a:pt x="105230" y="459744"/>
                  <a:pt x="101438" y="501236"/>
                  <a:pt x="184725" y="554485"/>
                </a:cubicBezTo>
                <a:cubicBezTo>
                  <a:pt x="278712" y="614501"/>
                  <a:pt x="294354" y="583468"/>
                  <a:pt x="297063" y="496588"/>
                </a:cubicBezTo>
                <a:close/>
                <a:moveTo>
                  <a:pt x="154188" y="0"/>
                </a:moveTo>
                <a:cubicBezTo>
                  <a:pt x="268083" y="251275"/>
                  <a:pt x="152292" y="420045"/>
                  <a:pt x="180190" y="497218"/>
                </a:cubicBezTo>
                <a:cubicBezTo>
                  <a:pt x="206463" y="511299"/>
                  <a:pt x="228199" y="518135"/>
                  <a:pt x="236663" y="513555"/>
                </a:cubicBezTo>
                <a:cubicBezTo>
                  <a:pt x="258264" y="501798"/>
                  <a:pt x="295168" y="429204"/>
                  <a:pt x="278240" y="302131"/>
                </a:cubicBezTo>
                <a:cubicBezTo>
                  <a:pt x="264629" y="229948"/>
                  <a:pt x="243570" y="153458"/>
                  <a:pt x="214859" y="87563"/>
                </a:cubicBezTo>
                <a:cubicBezTo>
                  <a:pt x="182695" y="13671"/>
                  <a:pt x="154188" y="68"/>
                  <a:pt x="154188" y="68"/>
                </a:cubicBezTo>
                <a:lnTo>
                  <a:pt x="154188" y="0"/>
                </a:lnTo>
                <a:close/>
                <a:moveTo>
                  <a:pt x="180190" y="497218"/>
                </a:moveTo>
                <a:cubicBezTo>
                  <a:pt x="152292" y="420045"/>
                  <a:pt x="268083" y="251275"/>
                  <a:pt x="154188" y="0"/>
                </a:cubicBezTo>
                <a:cubicBezTo>
                  <a:pt x="201317" y="186747"/>
                  <a:pt x="72797" y="355859"/>
                  <a:pt x="57088" y="393659"/>
                </a:cubicBezTo>
                <a:cubicBezTo>
                  <a:pt x="62843" y="400016"/>
                  <a:pt x="67719" y="406169"/>
                  <a:pt x="71985" y="412320"/>
                </a:cubicBezTo>
                <a:cubicBezTo>
                  <a:pt x="102457" y="447045"/>
                  <a:pt x="145318" y="478557"/>
                  <a:pt x="180190" y="497218"/>
                </a:cubicBezTo>
                <a:close/>
                <a:moveTo>
                  <a:pt x="154188" y="0"/>
                </a:moveTo>
                <a:cubicBezTo>
                  <a:pt x="154188" y="0"/>
                  <a:pt x="166914" y="83325"/>
                  <a:pt x="118973" y="154278"/>
                </a:cubicBezTo>
                <a:cubicBezTo>
                  <a:pt x="70422" y="226120"/>
                  <a:pt x="30335" y="290032"/>
                  <a:pt x="0" y="346836"/>
                </a:cubicBezTo>
                <a:cubicBezTo>
                  <a:pt x="22074" y="368026"/>
                  <a:pt x="49098" y="384773"/>
                  <a:pt x="57088" y="393659"/>
                </a:cubicBezTo>
                <a:cubicBezTo>
                  <a:pt x="72730" y="355859"/>
                  <a:pt x="201317" y="186747"/>
                  <a:pt x="154188" y="0"/>
                </a:cubicBezTo>
                <a:close/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6447625" y="2652614"/>
            <a:ext cx="296381" cy="579262"/>
          </a:xfrm>
          <a:custGeom>
            <a:rect b="b" l="l" r="r" t="t"/>
            <a:pathLst>
              <a:path extrusionOk="0" h="579262" w="296381">
                <a:moveTo>
                  <a:pt x="10021" y="417994"/>
                </a:moveTo>
                <a:cubicBezTo>
                  <a:pt x="17267" y="442260"/>
                  <a:pt x="27288" y="465159"/>
                  <a:pt x="43810" y="489357"/>
                </a:cubicBezTo>
                <a:cubicBezTo>
                  <a:pt x="57489" y="342256"/>
                  <a:pt x="90736" y="173896"/>
                  <a:pt x="144772" y="82710"/>
                </a:cubicBezTo>
                <a:cubicBezTo>
                  <a:pt x="87147" y="56598"/>
                  <a:pt x="42118" y="32331"/>
                  <a:pt x="22684" y="0"/>
                </a:cubicBezTo>
                <a:cubicBezTo>
                  <a:pt x="0" y="66714"/>
                  <a:pt x="17199" y="117708"/>
                  <a:pt x="17199" y="117708"/>
                </a:cubicBezTo>
                <a:cubicBezTo>
                  <a:pt x="7583" y="154005"/>
                  <a:pt x="609" y="265424"/>
                  <a:pt x="10021" y="417994"/>
                </a:cubicBezTo>
                <a:close/>
                <a:moveTo>
                  <a:pt x="129467" y="579262"/>
                </a:moveTo>
                <a:cubicBezTo>
                  <a:pt x="159803" y="522459"/>
                  <a:pt x="199889" y="458547"/>
                  <a:pt x="248440" y="386705"/>
                </a:cubicBezTo>
                <a:cubicBezTo>
                  <a:pt x="296381" y="315752"/>
                  <a:pt x="283652" y="232426"/>
                  <a:pt x="283652" y="232426"/>
                </a:cubicBezTo>
                <a:cubicBezTo>
                  <a:pt x="281417" y="201325"/>
                  <a:pt x="259477" y="181570"/>
                  <a:pt x="259477" y="181570"/>
                </a:cubicBezTo>
                <a:cubicBezTo>
                  <a:pt x="244377" y="138506"/>
                  <a:pt x="245258" y="127432"/>
                  <a:pt x="163256" y="91067"/>
                </a:cubicBezTo>
                <a:cubicBezTo>
                  <a:pt x="156959" y="88265"/>
                  <a:pt x="150797" y="85530"/>
                  <a:pt x="144702" y="82796"/>
                </a:cubicBezTo>
                <a:cubicBezTo>
                  <a:pt x="90667" y="173914"/>
                  <a:pt x="57487" y="342274"/>
                  <a:pt x="43809" y="489375"/>
                </a:cubicBezTo>
                <a:cubicBezTo>
                  <a:pt x="62295" y="516444"/>
                  <a:pt x="88974" y="545085"/>
                  <a:pt x="129467" y="579262"/>
                </a:cubicBezTo>
                <a:close/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7666312" y="1584314"/>
            <a:ext cx="236993" cy="572182"/>
          </a:xfrm>
          <a:custGeom>
            <a:rect b="b" l="l" r="r" t="t"/>
            <a:pathLst>
              <a:path extrusionOk="0" h="572182" w="236993">
                <a:moveTo>
                  <a:pt x="118492" y="337252"/>
                </a:moveTo>
                <a:cubicBezTo>
                  <a:pt x="118746" y="329440"/>
                  <a:pt x="122369" y="297336"/>
                  <a:pt x="157232" y="244368"/>
                </a:cubicBezTo>
                <a:cubicBezTo>
                  <a:pt x="155327" y="224044"/>
                  <a:pt x="140022" y="201434"/>
                  <a:pt x="118494" y="201434"/>
                </a:cubicBezTo>
                <a:cubicBezTo>
                  <a:pt x="96967" y="201434"/>
                  <a:pt x="81726" y="224044"/>
                  <a:pt x="79757" y="244368"/>
                </a:cubicBezTo>
                <a:cubicBezTo>
                  <a:pt x="114621" y="297273"/>
                  <a:pt x="118238" y="329376"/>
                  <a:pt x="118492" y="337252"/>
                </a:cubicBezTo>
                <a:close/>
                <a:moveTo>
                  <a:pt x="118492" y="337252"/>
                </a:moveTo>
                <a:cubicBezTo>
                  <a:pt x="118111" y="363673"/>
                  <a:pt x="109093" y="399557"/>
                  <a:pt x="92900" y="438617"/>
                </a:cubicBezTo>
                <a:cubicBezTo>
                  <a:pt x="104457" y="511084"/>
                  <a:pt x="118492" y="572182"/>
                  <a:pt x="118492" y="572182"/>
                </a:cubicBezTo>
                <a:cubicBezTo>
                  <a:pt x="118492" y="572182"/>
                  <a:pt x="132526" y="511084"/>
                  <a:pt x="144084" y="438617"/>
                </a:cubicBezTo>
                <a:cubicBezTo>
                  <a:pt x="127954" y="399557"/>
                  <a:pt x="118873" y="363673"/>
                  <a:pt x="118492" y="337252"/>
                </a:cubicBezTo>
                <a:close/>
                <a:moveTo>
                  <a:pt x="236993" y="12765"/>
                </a:moveTo>
                <a:cubicBezTo>
                  <a:pt x="178506" y="0"/>
                  <a:pt x="130941" y="49475"/>
                  <a:pt x="130941" y="201458"/>
                </a:cubicBezTo>
                <a:moveTo>
                  <a:pt x="0" y="12765"/>
                </a:moveTo>
                <a:cubicBezTo>
                  <a:pt x="58487" y="0"/>
                  <a:pt x="106051" y="49475"/>
                  <a:pt x="106051" y="201458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7236451" y="1435795"/>
            <a:ext cx="1096710" cy="889225"/>
          </a:xfrm>
          <a:custGeom>
            <a:rect b="b" l="l" r="r" t="t"/>
            <a:pathLst>
              <a:path extrusionOk="0" h="889225" w="1096710">
                <a:moveTo>
                  <a:pt x="862639" y="522191"/>
                </a:moveTo>
                <a:cubicBezTo>
                  <a:pt x="834189" y="522699"/>
                  <a:pt x="799706" y="522064"/>
                  <a:pt x="758365" y="522889"/>
                </a:cubicBezTo>
                <a:cubicBezTo>
                  <a:pt x="875085" y="561060"/>
                  <a:pt x="906710" y="581828"/>
                  <a:pt x="884484" y="648198"/>
                </a:cubicBezTo>
                <a:cubicBezTo>
                  <a:pt x="859654" y="722380"/>
                  <a:pt x="836475" y="840321"/>
                  <a:pt x="753920" y="815361"/>
                </a:cubicBezTo>
                <a:cubicBezTo>
                  <a:pt x="873180" y="889225"/>
                  <a:pt x="923792" y="745371"/>
                  <a:pt x="966149" y="591736"/>
                </a:cubicBezTo>
                <a:cubicBezTo>
                  <a:pt x="975230" y="558838"/>
                  <a:pt x="912044" y="535147"/>
                  <a:pt x="862639" y="522127"/>
                </a:cubicBezTo>
                <a:lnTo>
                  <a:pt x="862639" y="522191"/>
                </a:lnTo>
                <a:close/>
                <a:moveTo>
                  <a:pt x="753980" y="815430"/>
                </a:moveTo>
                <a:cubicBezTo>
                  <a:pt x="836536" y="840391"/>
                  <a:pt x="859714" y="722449"/>
                  <a:pt x="884544" y="648267"/>
                </a:cubicBezTo>
                <a:cubicBezTo>
                  <a:pt x="906771" y="581898"/>
                  <a:pt x="875146" y="561066"/>
                  <a:pt x="758426" y="522959"/>
                </a:cubicBezTo>
                <a:cubicBezTo>
                  <a:pt x="758426" y="522959"/>
                  <a:pt x="734358" y="523530"/>
                  <a:pt x="721340" y="524038"/>
                </a:cubicBezTo>
                <a:cubicBezTo>
                  <a:pt x="602270" y="528992"/>
                  <a:pt x="548355" y="486249"/>
                  <a:pt x="548355" y="486249"/>
                </a:cubicBezTo>
                <a:cubicBezTo>
                  <a:pt x="549498" y="566274"/>
                  <a:pt x="629513" y="732738"/>
                  <a:pt x="748202" y="811810"/>
                </a:cubicBezTo>
                <a:cubicBezTo>
                  <a:pt x="750171" y="813144"/>
                  <a:pt x="752012" y="814224"/>
                  <a:pt x="753980" y="815367"/>
                </a:cubicBezTo>
                <a:lnTo>
                  <a:pt x="753980" y="815430"/>
                </a:lnTo>
                <a:close/>
                <a:moveTo>
                  <a:pt x="1003865" y="355473"/>
                </a:moveTo>
                <a:cubicBezTo>
                  <a:pt x="956364" y="361570"/>
                  <a:pt x="709462" y="329052"/>
                  <a:pt x="548289" y="486244"/>
                </a:cubicBezTo>
                <a:cubicBezTo>
                  <a:pt x="548289" y="486244"/>
                  <a:pt x="602204" y="528987"/>
                  <a:pt x="721273" y="524033"/>
                </a:cubicBezTo>
                <a:cubicBezTo>
                  <a:pt x="855838" y="518444"/>
                  <a:pt x="925692" y="532290"/>
                  <a:pt x="962143" y="498120"/>
                </a:cubicBezTo>
                <a:cubicBezTo>
                  <a:pt x="998658" y="463951"/>
                  <a:pt x="996879" y="377448"/>
                  <a:pt x="1003801" y="355473"/>
                </a:cubicBezTo>
                <a:lnTo>
                  <a:pt x="1003865" y="355473"/>
                </a:lnTo>
                <a:close/>
                <a:moveTo>
                  <a:pt x="1036065" y="169181"/>
                </a:moveTo>
                <a:cubicBezTo>
                  <a:pt x="974466" y="242727"/>
                  <a:pt x="735437" y="223103"/>
                  <a:pt x="548355" y="486231"/>
                </a:cubicBezTo>
                <a:cubicBezTo>
                  <a:pt x="709527" y="328976"/>
                  <a:pt x="956431" y="361494"/>
                  <a:pt x="1003932" y="355461"/>
                </a:cubicBezTo>
                <a:cubicBezTo>
                  <a:pt x="1006980" y="345870"/>
                  <a:pt x="1010346" y="337296"/>
                  <a:pt x="1014029" y="329357"/>
                </a:cubicBezTo>
                <a:cubicBezTo>
                  <a:pt x="1031175" y="277976"/>
                  <a:pt x="1037779" y="215735"/>
                  <a:pt x="1036128" y="169181"/>
                </a:cubicBezTo>
                <a:lnTo>
                  <a:pt x="1036065" y="169181"/>
                </a:lnTo>
                <a:close/>
                <a:moveTo>
                  <a:pt x="548355" y="486231"/>
                </a:moveTo>
                <a:cubicBezTo>
                  <a:pt x="735437" y="223103"/>
                  <a:pt x="974466" y="242727"/>
                  <a:pt x="1036065" y="169181"/>
                </a:cubicBezTo>
                <a:cubicBezTo>
                  <a:pt x="1034858" y="134123"/>
                  <a:pt x="1028887" y="107895"/>
                  <a:pt x="1019298" y="101988"/>
                </a:cubicBezTo>
                <a:cubicBezTo>
                  <a:pt x="994659" y="86808"/>
                  <a:pt x="899467" y="91509"/>
                  <a:pt x="780841" y="183029"/>
                </a:cubicBezTo>
                <a:cubicBezTo>
                  <a:pt x="715813" y="239110"/>
                  <a:pt x="650849" y="305289"/>
                  <a:pt x="601062" y="373119"/>
                </a:cubicBezTo>
                <a:cubicBezTo>
                  <a:pt x="545305" y="449143"/>
                  <a:pt x="548290" y="486234"/>
                  <a:pt x="548290" y="486234"/>
                </a:cubicBezTo>
                <a:lnTo>
                  <a:pt x="548355" y="486231"/>
                </a:lnTo>
                <a:close/>
                <a:moveTo>
                  <a:pt x="966591" y="50174"/>
                </a:moveTo>
                <a:cubicBezTo>
                  <a:pt x="915914" y="77357"/>
                  <a:pt x="848346" y="124801"/>
                  <a:pt x="780842" y="183040"/>
                </a:cubicBezTo>
                <a:cubicBezTo>
                  <a:pt x="899467" y="91520"/>
                  <a:pt x="994659" y="86820"/>
                  <a:pt x="1019299" y="101999"/>
                </a:cubicBezTo>
                <a:cubicBezTo>
                  <a:pt x="1041715" y="115781"/>
                  <a:pt x="1044065" y="239248"/>
                  <a:pt x="1013964" y="329372"/>
                </a:cubicBezTo>
                <a:cubicBezTo>
                  <a:pt x="1042414" y="267638"/>
                  <a:pt x="1086676" y="247251"/>
                  <a:pt x="1091376" y="131088"/>
                </a:cubicBezTo>
                <a:cubicBezTo>
                  <a:pt x="1096710" y="0"/>
                  <a:pt x="1056068" y="2159"/>
                  <a:pt x="966591" y="50174"/>
                </a:cubicBezTo>
                <a:close/>
                <a:moveTo>
                  <a:pt x="234012" y="522191"/>
                </a:moveTo>
                <a:cubicBezTo>
                  <a:pt x="235255" y="522214"/>
                  <a:pt x="232746" y="522173"/>
                  <a:pt x="234012" y="522191"/>
                </a:cubicBezTo>
                <a:cubicBezTo>
                  <a:pt x="261725" y="522587"/>
                  <a:pt x="298751" y="522100"/>
                  <a:pt x="338285" y="522889"/>
                </a:cubicBezTo>
                <a:cubicBezTo>
                  <a:pt x="221566" y="561060"/>
                  <a:pt x="189941" y="581828"/>
                  <a:pt x="212167" y="648198"/>
                </a:cubicBezTo>
                <a:cubicBezTo>
                  <a:pt x="236997" y="722380"/>
                  <a:pt x="260176" y="840321"/>
                  <a:pt x="342731" y="815361"/>
                </a:cubicBezTo>
                <a:cubicBezTo>
                  <a:pt x="223471" y="889225"/>
                  <a:pt x="172858" y="745371"/>
                  <a:pt x="130501" y="591736"/>
                </a:cubicBezTo>
                <a:cubicBezTo>
                  <a:pt x="121420" y="558838"/>
                  <a:pt x="184606" y="535211"/>
                  <a:pt x="234012" y="522191"/>
                </a:cubicBezTo>
                <a:close/>
                <a:moveTo>
                  <a:pt x="342731" y="815430"/>
                </a:moveTo>
                <a:cubicBezTo>
                  <a:pt x="260176" y="840391"/>
                  <a:pt x="236997" y="722449"/>
                  <a:pt x="212167" y="648267"/>
                </a:cubicBezTo>
                <a:cubicBezTo>
                  <a:pt x="189941" y="581898"/>
                  <a:pt x="221566" y="561066"/>
                  <a:pt x="338285" y="522959"/>
                </a:cubicBezTo>
                <a:cubicBezTo>
                  <a:pt x="338285" y="522959"/>
                  <a:pt x="362354" y="523530"/>
                  <a:pt x="375371" y="524038"/>
                </a:cubicBezTo>
                <a:cubicBezTo>
                  <a:pt x="494441" y="528992"/>
                  <a:pt x="548355" y="486249"/>
                  <a:pt x="548355" y="486249"/>
                </a:cubicBezTo>
                <a:cubicBezTo>
                  <a:pt x="547212" y="566274"/>
                  <a:pt x="467199" y="732738"/>
                  <a:pt x="348510" y="811810"/>
                </a:cubicBezTo>
                <a:cubicBezTo>
                  <a:pt x="346541" y="813144"/>
                  <a:pt x="344700" y="814218"/>
                  <a:pt x="342731" y="815361"/>
                </a:cubicBezTo>
                <a:lnTo>
                  <a:pt x="342731" y="815430"/>
                </a:lnTo>
                <a:close/>
                <a:moveTo>
                  <a:pt x="60582" y="169181"/>
                </a:moveTo>
                <a:cubicBezTo>
                  <a:pt x="122181" y="242727"/>
                  <a:pt x="361208" y="223105"/>
                  <a:pt x="548290" y="486234"/>
                </a:cubicBezTo>
                <a:cubicBezTo>
                  <a:pt x="387117" y="328979"/>
                  <a:pt x="140217" y="361494"/>
                  <a:pt x="92715" y="355461"/>
                </a:cubicBezTo>
                <a:cubicBezTo>
                  <a:pt x="89667" y="345870"/>
                  <a:pt x="86301" y="337296"/>
                  <a:pt x="82619" y="329357"/>
                </a:cubicBezTo>
                <a:cubicBezTo>
                  <a:pt x="65472" y="277976"/>
                  <a:pt x="58868" y="215735"/>
                  <a:pt x="60519" y="169181"/>
                </a:cubicBezTo>
                <a:lnTo>
                  <a:pt x="60582" y="169181"/>
                </a:lnTo>
                <a:close/>
                <a:moveTo>
                  <a:pt x="548355" y="486231"/>
                </a:moveTo>
                <a:cubicBezTo>
                  <a:pt x="361273" y="223103"/>
                  <a:pt x="122244" y="242730"/>
                  <a:pt x="60646" y="169184"/>
                </a:cubicBezTo>
                <a:cubicBezTo>
                  <a:pt x="61852" y="134125"/>
                  <a:pt x="67822" y="107895"/>
                  <a:pt x="77411" y="101988"/>
                </a:cubicBezTo>
                <a:cubicBezTo>
                  <a:pt x="102050" y="86808"/>
                  <a:pt x="197242" y="91509"/>
                  <a:pt x="315867" y="183029"/>
                </a:cubicBezTo>
                <a:cubicBezTo>
                  <a:pt x="380895" y="239110"/>
                  <a:pt x="445859" y="305289"/>
                  <a:pt x="495647" y="373119"/>
                </a:cubicBezTo>
                <a:cubicBezTo>
                  <a:pt x="551403" y="449143"/>
                  <a:pt x="548418" y="486234"/>
                  <a:pt x="548418" y="486234"/>
                </a:cubicBezTo>
                <a:lnTo>
                  <a:pt x="548355" y="486231"/>
                </a:lnTo>
                <a:close/>
                <a:moveTo>
                  <a:pt x="130119" y="50174"/>
                </a:moveTo>
                <a:cubicBezTo>
                  <a:pt x="180795" y="77357"/>
                  <a:pt x="248363" y="124801"/>
                  <a:pt x="315867" y="183040"/>
                </a:cubicBezTo>
                <a:cubicBezTo>
                  <a:pt x="197242" y="91520"/>
                  <a:pt x="102050" y="86820"/>
                  <a:pt x="77411" y="101999"/>
                </a:cubicBezTo>
                <a:cubicBezTo>
                  <a:pt x="54994" y="115781"/>
                  <a:pt x="52644" y="239248"/>
                  <a:pt x="82745" y="329372"/>
                </a:cubicBezTo>
                <a:cubicBezTo>
                  <a:pt x="54296" y="267638"/>
                  <a:pt x="10034" y="247251"/>
                  <a:pt x="5334" y="131088"/>
                </a:cubicBezTo>
                <a:cubicBezTo>
                  <a:pt x="0" y="0"/>
                  <a:pt x="40642" y="2159"/>
                  <a:pt x="130119" y="50174"/>
                </a:cubicBezTo>
                <a:close/>
                <a:moveTo>
                  <a:pt x="234012" y="522191"/>
                </a:moveTo>
                <a:cubicBezTo>
                  <a:pt x="186819" y="521349"/>
                  <a:pt x="154996" y="517336"/>
                  <a:pt x="134498" y="498120"/>
                </a:cubicBezTo>
                <a:cubicBezTo>
                  <a:pt x="97983" y="463951"/>
                  <a:pt x="99761" y="377448"/>
                  <a:pt x="92839" y="355473"/>
                </a:cubicBezTo>
                <a:lnTo>
                  <a:pt x="92776" y="355473"/>
                </a:lnTo>
                <a:cubicBezTo>
                  <a:pt x="140276" y="361570"/>
                  <a:pt x="387183" y="329058"/>
                  <a:pt x="548355" y="486249"/>
                </a:cubicBezTo>
                <a:cubicBezTo>
                  <a:pt x="548355" y="486249"/>
                  <a:pt x="494437" y="528987"/>
                  <a:pt x="375367" y="524033"/>
                </a:cubicBezTo>
              </a:path>
            </a:pathLst>
          </a:custGeom>
          <a:noFill/>
          <a:ln cap="flat" cmpd="sng" w="2037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17"/>
          <p:cNvGrpSpPr/>
          <p:nvPr/>
        </p:nvGrpSpPr>
        <p:grpSpPr>
          <a:xfrm>
            <a:off x="691123" y="2626621"/>
            <a:ext cx="1714500" cy="571452"/>
            <a:chOff x="619125" y="2538464"/>
            <a:chExt cx="1714500" cy="571452"/>
          </a:xfrm>
        </p:grpSpPr>
        <p:sp>
          <p:nvSpPr>
            <p:cNvPr id="234" name="Google Shape;234;p17"/>
            <p:cNvSpPr txBox="1"/>
            <p:nvPr/>
          </p:nvSpPr>
          <p:spPr>
            <a:xfrm>
              <a:off x="619125" y="2538464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Month Codes: Leap Years</a:t>
              </a:r>
              <a:endParaRPr/>
            </a:p>
          </p:txBody>
        </p:sp>
        <p:sp>
          <p:nvSpPr>
            <p:cNvPr id="235" name="Google Shape;235;p17"/>
            <p:cNvSpPr txBox="1"/>
            <p:nvPr/>
          </p:nvSpPr>
          <p:spPr>
            <a:xfrm>
              <a:off x="619125" y="2728964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[0,3,4,0,2...] vs. Non-Leap</a:t>
              </a:r>
              <a:endParaRPr/>
            </a:p>
          </p:txBody>
        </p:sp>
        <p:sp>
          <p:nvSpPr>
            <p:cNvPr id="236" name="Google Shape;236;p17"/>
            <p:cNvSpPr txBox="1"/>
            <p:nvPr/>
          </p:nvSpPr>
          <p:spPr>
            <a:xfrm>
              <a:off x="619125" y="2919464"/>
              <a:ext cx="1714500" cy="190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[1,4,4,0,2...]</a:t>
              </a:r>
              <a:endParaRPr/>
            </a:p>
          </p:txBody>
        </p:sp>
      </p:grpSp>
      <p:grpSp>
        <p:nvGrpSpPr>
          <p:cNvPr id="237" name="Google Shape;237;p17"/>
          <p:cNvGrpSpPr/>
          <p:nvPr/>
        </p:nvGrpSpPr>
        <p:grpSpPr>
          <a:xfrm>
            <a:off x="691123" y="3426674"/>
            <a:ext cx="2219325" cy="380952"/>
            <a:chOff x="619125" y="3338517"/>
            <a:chExt cx="2219325" cy="380952"/>
          </a:xfrm>
        </p:grpSpPr>
        <p:sp>
          <p:nvSpPr>
            <p:cNvPr id="238" name="Google Shape;238;p17"/>
            <p:cNvSpPr txBox="1"/>
            <p:nvPr/>
          </p:nvSpPr>
          <p:spPr>
            <a:xfrm>
              <a:off x="619125" y="3338517"/>
              <a:ext cx="22193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Output Mapping: Remainder (0-6)</a:t>
              </a:r>
              <a:endParaRPr/>
            </a:p>
          </p:txBody>
        </p:sp>
        <p:sp>
          <p:nvSpPr>
            <p:cNvPr id="239" name="Google Shape;239;p17"/>
            <p:cNvSpPr txBox="1"/>
            <p:nvPr/>
          </p:nvSpPr>
          <p:spPr>
            <a:xfrm>
              <a:off x="619125" y="3529017"/>
              <a:ext cx="2219325" cy="190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points to the Day Array</a:t>
              </a:r>
              <a:endParaRPr/>
            </a:p>
          </p:txBody>
        </p:sp>
      </p:grpSp>
      <p:sp>
        <p:nvSpPr>
          <p:cNvPr id="240" name="Google Shape;240;p17"/>
          <p:cNvSpPr txBox="1"/>
          <p:nvPr/>
        </p:nvSpPr>
        <p:spPr>
          <a:xfrm>
            <a:off x="3908333" y="3453194"/>
            <a:ext cx="904875" cy="163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Input Values</a:t>
            </a:r>
            <a:endParaRPr/>
          </a:p>
        </p:txBody>
      </p:sp>
      <p:grpSp>
        <p:nvGrpSpPr>
          <p:cNvPr id="241" name="Google Shape;241;p17"/>
          <p:cNvGrpSpPr/>
          <p:nvPr/>
        </p:nvGrpSpPr>
        <p:grpSpPr>
          <a:xfrm>
            <a:off x="7408487" y="3453199"/>
            <a:ext cx="752475" cy="326163"/>
            <a:chOff x="7336489" y="3365042"/>
            <a:chExt cx="752475" cy="326163"/>
          </a:xfrm>
        </p:grpSpPr>
        <p:sp>
          <p:nvSpPr>
            <p:cNvPr id="242" name="Google Shape;242;p17"/>
            <p:cNvSpPr txBox="1"/>
            <p:nvPr/>
          </p:nvSpPr>
          <p:spPr>
            <a:xfrm>
              <a:off x="7336489" y="3365042"/>
              <a:ext cx="752475" cy="163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Day of the</a:t>
              </a:r>
              <a:endParaRPr/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7336489" y="3528110"/>
              <a:ext cx="752475" cy="16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Week</a:t>
              </a:r>
              <a:endParaRPr/>
            </a:p>
          </p:txBody>
        </p:sp>
      </p:grpSp>
      <p:grpSp>
        <p:nvGrpSpPr>
          <p:cNvPr id="244" name="Google Shape;244;p17"/>
          <p:cNvGrpSpPr/>
          <p:nvPr/>
        </p:nvGrpSpPr>
        <p:grpSpPr>
          <a:xfrm>
            <a:off x="4008346" y="3697762"/>
            <a:ext cx="704850" cy="244620"/>
            <a:chOff x="3936348" y="3609605"/>
            <a:chExt cx="704850" cy="244620"/>
          </a:xfrm>
        </p:grpSpPr>
        <p:sp>
          <p:nvSpPr>
            <p:cNvPr id="245" name="Google Shape;245;p17"/>
            <p:cNvSpPr txBox="1"/>
            <p:nvPr/>
          </p:nvSpPr>
          <p:spPr>
            <a:xfrm>
              <a:off x="3936348" y="3609605"/>
              <a:ext cx="704850" cy="1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Day, Month,</a:t>
              </a:r>
              <a:endParaRPr/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3936348" y="3731905"/>
              <a:ext cx="704850" cy="122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Year</a:t>
              </a:r>
              <a:endParaRPr/>
            </a:p>
          </p:txBody>
        </p:sp>
      </p:grpSp>
      <p:grpSp>
        <p:nvGrpSpPr>
          <p:cNvPr id="247" name="Google Shape;247;p17"/>
          <p:cNvGrpSpPr/>
          <p:nvPr/>
        </p:nvGrpSpPr>
        <p:grpSpPr>
          <a:xfrm>
            <a:off x="7346574" y="3860878"/>
            <a:ext cx="876300" cy="244620"/>
            <a:chOff x="7274576" y="3772721"/>
            <a:chExt cx="876300" cy="244620"/>
          </a:xfrm>
        </p:grpSpPr>
        <p:sp>
          <p:nvSpPr>
            <p:cNvPr id="248" name="Google Shape;248;p17"/>
            <p:cNvSpPr txBox="1"/>
            <p:nvPr/>
          </p:nvSpPr>
          <p:spPr>
            <a:xfrm>
              <a:off x="7274576" y="3772721"/>
              <a:ext cx="876300" cy="1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Map remainder</a:t>
              </a:r>
              <a:endParaRPr/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7274576" y="3895021"/>
              <a:ext cx="876300" cy="122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to day name</a:t>
              </a:r>
              <a:endParaRPr/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462523" y="1369315"/>
            <a:ext cx="2362200" cy="914400"/>
            <a:chOff x="390525" y="1281158"/>
            <a:chExt cx="2362200" cy="914400"/>
          </a:xfrm>
        </p:grpSpPr>
        <p:sp>
          <p:nvSpPr>
            <p:cNvPr id="251" name="Google Shape;251;p17"/>
            <p:cNvSpPr txBox="1"/>
            <p:nvPr/>
          </p:nvSpPr>
          <p:spPr>
            <a:xfrm>
              <a:off x="390525" y="1281158"/>
              <a:ext cx="2362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Formula: (Day + Month</a:t>
              </a:r>
              <a:endParaRPr/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390525" y="1509758"/>
              <a:ext cx="2362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Code + Year Code + Last 2</a:t>
              </a:r>
              <a:endParaRPr/>
            </a:p>
          </p:txBody>
        </p:sp>
        <p:sp>
          <p:nvSpPr>
            <p:cNvPr id="253" name="Google Shape;253;p17"/>
            <p:cNvSpPr txBox="1"/>
            <p:nvPr/>
          </p:nvSpPr>
          <p:spPr>
            <a:xfrm>
              <a:off x="390525" y="1738358"/>
              <a:ext cx="2362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Digits + Leap adjustments)</a:t>
              </a:r>
              <a:endParaRPr/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390525" y="1966958"/>
              <a:ext cx="2362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% 7</a:t>
              </a:r>
              <a:endParaRPr/>
            </a:p>
          </p:txBody>
        </p:sp>
      </p:grpSp>
      <p:sp>
        <p:nvSpPr>
          <p:cNvPr id="255" name="Google Shape;255;p17"/>
          <p:cNvSpPr txBox="1"/>
          <p:nvPr/>
        </p:nvSpPr>
        <p:spPr>
          <a:xfrm>
            <a:off x="691123" y="4036216"/>
            <a:ext cx="1333500" cy="19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Calculate Remainder</a:t>
            </a:r>
            <a:endParaRPr/>
          </a:p>
        </p:txBody>
      </p:sp>
      <p:grpSp>
        <p:nvGrpSpPr>
          <p:cNvPr id="256" name="Google Shape;256;p17"/>
          <p:cNvGrpSpPr/>
          <p:nvPr/>
        </p:nvGrpSpPr>
        <p:grpSpPr>
          <a:xfrm>
            <a:off x="5202051" y="3860811"/>
            <a:ext cx="600075" cy="326163"/>
            <a:chOff x="5130053" y="3772654"/>
            <a:chExt cx="600075" cy="326163"/>
          </a:xfrm>
        </p:grpSpPr>
        <p:sp>
          <p:nvSpPr>
            <p:cNvPr id="257" name="Google Shape;257;p17"/>
            <p:cNvSpPr txBox="1"/>
            <p:nvPr/>
          </p:nvSpPr>
          <p:spPr>
            <a:xfrm>
              <a:off x="5130053" y="3772654"/>
              <a:ext cx="600075" cy="163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Apply</a:t>
              </a:r>
              <a:endParaRPr/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5130053" y="3935722"/>
              <a:ext cx="600075" cy="16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Formula</a:t>
              </a:r>
              <a:endParaRPr/>
            </a:p>
          </p:txBody>
        </p:sp>
      </p:grpSp>
      <p:grpSp>
        <p:nvGrpSpPr>
          <p:cNvPr id="259" name="Google Shape;259;p17"/>
          <p:cNvGrpSpPr/>
          <p:nvPr/>
        </p:nvGrpSpPr>
        <p:grpSpPr>
          <a:xfrm>
            <a:off x="6257644" y="3860811"/>
            <a:ext cx="771525" cy="326163"/>
            <a:chOff x="6185646" y="3772654"/>
            <a:chExt cx="771525" cy="326163"/>
          </a:xfrm>
        </p:grpSpPr>
        <p:sp>
          <p:nvSpPr>
            <p:cNvPr id="260" name="Google Shape;260;p17"/>
            <p:cNvSpPr txBox="1"/>
            <p:nvPr/>
          </p:nvSpPr>
          <p:spPr>
            <a:xfrm>
              <a:off x="6185646" y="3772654"/>
              <a:ext cx="771525" cy="163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Calculate</a:t>
              </a:r>
              <a:endParaRPr/>
            </a:p>
          </p:txBody>
        </p:sp>
        <p:sp>
          <p:nvSpPr>
            <p:cNvPr id="261" name="Google Shape;261;p17"/>
            <p:cNvSpPr txBox="1"/>
            <p:nvPr/>
          </p:nvSpPr>
          <p:spPr>
            <a:xfrm>
              <a:off x="6185646" y="3935722"/>
              <a:ext cx="771525" cy="163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Remainder</a:t>
              </a:r>
              <a:endParaRPr/>
            </a:p>
          </p:txBody>
        </p:sp>
      </p:grpSp>
      <p:sp>
        <p:nvSpPr>
          <p:cNvPr id="262" name="Google Shape;262;p17"/>
          <p:cNvSpPr txBox="1"/>
          <p:nvPr/>
        </p:nvSpPr>
        <p:spPr>
          <a:xfrm>
            <a:off x="6329081" y="4268492"/>
            <a:ext cx="628650" cy="122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Divide by 7</a:t>
            </a:r>
            <a:endParaRPr/>
          </a:p>
        </p:txBody>
      </p:sp>
      <p:grpSp>
        <p:nvGrpSpPr>
          <p:cNvPr id="263" name="Google Shape;263;p17"/>
          <p:cNvGrpSpPr/>
          <p:nvPr/>
        </p:nvGrpSpPr>
        <p:grpSpPr>
          <a:xfrm>
            <a:off x="5097276" y="4268489"/>
            <a:ext cx="809625" cy="366959"/>
            <a:chOff x="5025278" y="4180332"/>
            <a:chExt cx="809625" cy="366959"/>
          </a:xfrm>
        </p:grpSpPr>
        <p:sp>
          <p:nvSpPr>
            <p:cNvPr id="264" name="Google Shape;264;p17"/>
            <p:cNvSpPr txBox="1"/>
            <p:nvPr/>
          </p:nvSpPr>
          <p:spPr>
            <a:xfrm>
              <a:off x="5025278" y="4180332"/>
              <a:ext cx="809625" cy="1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Add codes and</a:t>
              </a:r>
              <a:endParaRPr/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5025278" y="4302633"/>
              <a:ext cx="809625" cy="122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adjust for leap</a:t>
              </a:r>
              <a:endParaRPr/>
            </a:p>
          </p:txBody>
        </p:sp>
        <p:sp>
          <p:nvSpPr>
            <p:cNvPr id="266" name="Google Shape;266;p17"/>
            <p:cNvSpPr txBox="1"/>
            <p:nvPr/>
          </p:nvSpPr>
          <p:spPr>
            <a:xfrm>
              <a:off x="5025278" y="4424934"/>
              <a:ext cx="809625" cy="122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" u="none" cap="none" strike="noStrike">
                  <a:solidFill>
                    <a:srgbClr val="384F61"/>
                  </a:solidFill>
                  <a:latin typeface="Georgia"/>
                  <a:ea typeface="Georgia"/>
                  <a:cs typeface="Georgia"/>
                  <a:sym typeface="Georgia"/>
                </a:rPr>
                <a:t>year</a:t>
              </a:r>
              <a:endParaRPr/>
            </a:p>
          </p:txBody>
        </p:sp>
      </p:grpSp>
      <p:sp>
        <p:nvSpPr>
          <p:cNvPr id="267" name="Google Shape;267;p17"/>
          <p:cNvSpPr txBox="1"/>
          <p:nvPr/>
        </p:nvSpPr>
        <p:spPr>
          <a:xfrm>
            <a:off x="462523" y="459632"/>
            <a:ext cx="4791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The Mathematical Logic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691123" y="4493416"/>
            <a:ext cx="1047750" cy="19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Day of the Week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/>
          <p:nvPr/>
        </p:nvSpPr>
        <p:spPr>
          <a:xfrm>
            <a:off x="519395" y="2317210"/>
            <a:ext cx="2209733" cy="1252785"/>
          </a:xfrm>
          <a:custGeom>
            <a:rect b="b" l="l" r="r" t="t"/>
            <a:pathLst>
              <a:path extrusionOk="0" h="1252785" w="2209733">
                <a:moveTo>
                  <a:pt x="221084" y="626392"/>
                </a:moveTo>
                <a:cubicBezTo>
                  <a:pt x="221084" y="402545"/>
                  <a:pt x="402545" y="221084"/>
                  <a:pt x="626392" y="221084"/>
                </a:cubicBezTo>
                <a:lnTo>
                  <a:pt x="1584407" y="221084"/>
                </a:lnTo>
                <a:cubicBezTo>
                  <a:pt x="1748713" y="221084"/>
                  <a:pt x="1890179" y="318839"/>
                  <a:pt x="1953815" y="459371"/>
                </a:cubicBezTo>
                <a:cubicBezTo>
                  <a:pt x="2000792" y="448122"/>
                  <a:pt x="2049837" y="442160"/>
                  <a:pt x="2100262" y="442160"/>
                </a:cubicBezTo>
                <a:lnTo>
                  <a:pt x="2183272" y="442160"/>
                </a:lnTo>
                <a:cubicBezTo>
                  <a:pt x="2104596" y="186128"/>
                  <a:pt x="1866242" y="0"/>
                  <a:pt x="1584407" y="0"/>
                </a:cubicBezTo>
                <a:lnTo>
                  <a:pt x="626392" y="0"/>
                </a:lnTo>
                <a:cubicBezTo>
                  <a:pt x="280444" y="0"/>
                  <a:pt x="0" y="280444"/>
                  <a:pt x="0" y="626392"/>
                </a:cubicBezTo>
                <a:cubicBezTo>
                  <a:pt x="0" y="972340"/>
                  <a:pt x="280444" y="1252785"/>
                  <a:pt x="626392" y="1252785"/>
                </a:cubicBezTo>
                <a:lnTo>
                  <a:pt x="1584407" y="1252785"/>
                </a:lnTo>
                <a:cubicBezTo>
                  <a:pt x="1634832" y="1252785"/>
                  <a:pt x="1683877" y="1246832"/>
                  <a:pt x="1730854" y="1235573"/>
                </a:cubicBezTo>
                <a:cubicBezTo>
                  <a:pt x="1994639" y="1172394"/>
                  <a:pt x="2193550" y="942336"/>
                  <a:pt x="2209733" y="663244"/>
                </a:cubicBezTo>
                <a:lnTo>
                  <a:pt x="2100262" y="663244"/>
                </a:lnTo>
                <a:cubicBezTo>
                  <a:pt x="2060686" y="663244"/>
                  <a:pt x="2022433" y="668912"/>
                  <a:pt x="1986276" y="679484"/>
                </a:cubicBezTo>
                <a:cubicBezTo>
                  <a:pt x="1965274" y="840038"/>
                  <a:pt x="1850307" y="971026"/>
                  <a:pt x="1698393" y="1015460"/>
                </a:cubicBezTo>
                <a:cubicBezTo>
                  <a:pt x="1662236" y="1026033"/>
                  <a:pt x="1623983" y="1031709"/>
                  <a:pt x="1584407" y="1031709"/>
                </a:cubicBezTo>
                <a:lnTo>
                  <a:pt x="626392" y="1031709"/>
                </a:lnTo>
                <a:cubicBezTo>
                  <a:pt x="402545" y="1031709"/>
                  <a:pt x="221084" y="850239"/>
                  <a:pt x="221084" y="626392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519395" y="2317210"/>
            <a:ext cx="2209736" cy="1252788"/>
          </a:xfrm>
          <a:custGeom>
            <a:rect b="b" l="l" r="r" t="t"/>
            <a:pathLst>
              <a:path extrusionOk="0" h="1252788" w="2209736">
                <a:moveTo>
                  <a:pt x="221080" y="626394"/>
                </a:moveTo>
                <a:cubicBezTo>
                  <a:pt x="221080" y="402545"/>
                  <a:pt x="402545" y="221080"/>
                  <a:pt x="626394" y="221080"/>
                </a:cubicBezTo>
                <a:lnTo>
                  <a:pt x="1584408" y="221080"/>
                </a:lnTo>
                <a:cubicBezTo>
                  <a:pt x="1748711" y="221080"/>
                  <a:pt x="1890180" y="318843"/>
                  <a:pt x="1953818" y="459371"/>
                </a:cubicBezTo>
                <a:cubicBezTo>
                  <a:pt x="2000797" y="448119"/>
                  <a:pt x="2049834" y="442160"/>
                  <a:pt x="2100262" y="442160"/>
                </a:cubicBezTo>
                <a:lnTo>
                  <a:pt x="2183270" y="442160"/>
                </a:lnTo>
                <a:cubicBezTo>
                  <a:pt x="2104597" y="186124"/>
                  <a:pt x="1866239" y="0"/>
                  <a:pt x="1584408" y="0"/>
                </a:cubicBezTo>
                <a:lnTo>
                  <a:pt x="626394" y="0"/>
                </a:lnTo>
                <a:cubicBezTo>
                  <a:pt x="280446" y="0"/>
                  <a:pt x="0" y="280446"/>
                  <a:pt x="0" y="626394"/>
                </a:cubicBezTo>
                <a:cubicBezTo>
                  <a:pt x="0" y="972341"/>
                  <a:pt x="280446" y="1252788"/>
                  <a:pt x="626394" y="1252788"/>
                </a:cubicBezTo>
                <a:lnTo>
                  <a:pt x="1584408" y="1252788"/>
                </a:lnTo>
                <a:cubicBezTo>
                  <a:pt x="1634836" y="1252788"/>
                  <a:pt x="1683873" y="1246828"/>
                  <a:pt x="1730852" y="1235576"/>
                </a:cubicBezTo>
                <a:cubicBezTo>
                  <a:pt x="1994635" y="1172395"/>
                  <a:pt x="2193547" y="942332"/>
                  <a:pt x="2209736" y="663240"/>
                </a:cubicBezTo>
                <a:lnTo>
                  <a:pt x="2100262" y="663240"/>
                </a:lnTo>
                <a:cubicBezTo>
                  <a:pt x="2060685" y="663240"/>
                  <a:pt x="2022433" y="668912"/>
                  <a:pt x="1986275" y="679488"/>
                </a:cubicBezTo>
                <a:cubicBezTo>
                  <a:pt x="1965270" y="840034"/>
                  <a:pt x="1850309" y="971026"/>
                  <a:pt x="1698395" y="1015459"/>
                </a:cubicBezTo>
                <a:cubicBezTo>
                  <a:pt x="1662237" y="1026035"/>
                  <a:pt x="1623985" y="1031707"/>
                  <a:pt x="1584408" y="1031707"/>
                </a:cubicBezTo>
                <a:lnTo>
                  <a:pt x="626394" y="1031707"/>
                </a:lnTo>
                <a:cubicBezTo>
                  <a:pt x="402545" y="1031707"/>
                  <a:pt x="221080" y="850242"/>
                  <a:pt x="221080" y="626394"/>
                </a:cubicBezTo>
                <a:close/>
              </a:path>
            </a:pathLst>
          </a:custGeom>
          <a:noFill/>
          <a:ln cap="flat" cmpd="sng" w="3682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1994332" y="2759369"/>
            <a:ext cx="2208676" cy="1252785"/>
          </a:xfrm>
          <a:custGeom>
            <a:rect b="b" l="l" r="r" t="t"/>
            <a:pathLst>
              <a:path extrusionOk="0" h="1252785" w="2208676">
                <a:moveTo>
                  <a:pt x="0" y="589549"/>
                </a:moveTo>
                <a:lnTo>
                  <a:pt x="109470" y="589549"/>
                </a:lnTo>
                <a:cubicBezTo>
                  <a:pt x="149047" y="589549"/>
                  <a:pt x="187299" y="583872"/>
                  <a:pt x="223456" y="573300"/>
                </a:cubicBezTo>
                <a:cubicBezTo>
                  <a:pt x="244468" y="412756"/>
                  <a:pt x="359425" y="281759"/>
                  <a:pt x="511340" y="237324"/>
                </a:cubicBezTo>
                <a:cubicBezTo>
                  <a:pt x="547497" y="226752"/>
                  <a:pt x="585749" y="221084"/>
                  <a:pt x="625325" y="221084"/>
                </a:cubicBezTo>
                <a:lnTo>
                  <a:pt x="1583340" y="221084"/>
                </a:lnTo>
                <a:cubicBezTo>
                  <a:pt x="1622917" y="221084"/>
                  <a:pt x="1661169" y="226752"/>
                  <a:pt x="1697326" y="237324"/>
                </a:cubicBezTo>
                <a:cubicBezTo>
                  <a:pt x="1849240" y="281759"/>
                  <a:pt x="1964207" y="412756"/>
                  <a:pt x="1985210" y="573300"/>
                </a:cubicBezTo>
                <a:cubicBezTo>
                  <a:pt x="2021366" y="583872"/>
                  <a:pt x="2059619" y="589549"/>
                  <a:pt x="2099195" y="589549"/>
                </a:cubicBezTo>
                <a:lnTo>
                  <a:pt x="2208676" y="589549"/>
                </a:lnTo>
                <a:cubicBezTo>
                  <a:pt x="2192483" y="310457"/>
                  <a:pt x="1993572" y="80390"/>
                  <a:pt x="1729787" y="17211"/>
                </a:cubicBezTo>
                <a:cubicBezTo>
                  <a:pt x="1682810" y="5962"/>
                  <a:pt x="1633766" y="0"/>
                  <a:pt x="1583340" y="0"/>
                </a:cubicBezTo>
                <a:lnTo>
                  <a:pt x="625325" y="0"/>
                </a:lnTo>
                <a:cubicBezTo>
                  <a:pt x="574900" y="0"/>
                  <a:pt x="525865" y="5962"/>
                  <a:pt x="478888" y="17211"/>
                </a:cubicBezTo>
                <a:cubicBezTo>
                  <a:pt x="215103" y="80390"/>
                  <a:pt x="16192" y="310457"/>
                  <a:pt x="0" y="589549"/>
                </a:cubicBezTo>
                <a:moveTo>
                  <a:pt x="1583340" y="1031709"/>
                </a:moveTo>
                <a:lnTo>
                  <a:pt x="625325" y="1031709"/>
                </a:lnTo>
                <a:cubicBezTo>
                  <a:pt x="461029" y="1031709"/>
                  <a:pt x="319554" y="933945"/>
                  <a:pt x="255917" y="793413"/>
                </a:cubicBezTo>
                <a:cubicBezTo>
                  <a:pt x="208940" y="804672"/>
                  <a:pt x="159905" y="810625"/>
                  <a:pt x="109470" y="810625"/>
                </a:cubicBezTo>
                <a:lnTo>
                  <a:pt x="26469" y="810625"/>
                </a:lnTo>
                <a:cubicBezTo>
                  <a:pt x="105136" y="1066666"/>
                  <a:pt x="343500" y="1252785"/>
                  <a:pt x="625325" y="1252785"/>
                </a:cubicBezTo>
                <a:lnTo>
                  <a:pt x="1583340" y="1252785"/>
                </a:lnTo>
                <a:cubicBezTo>
                  <a:pt x="1865175" y="1252785"/>
                  <a:pt x="2103529" y="1066666"/>
                  <a:pt x="2182206" y="810625"/>
                </a:cubicBezTo>
                <a:lnTo>
                  <a:pt x="2099195" y="810625"/>
                </a:lnTo>
                <a:cubicBezTo>
                  <a:pt x="2048770" y="810625"/>
                  <a:pt x="1999735" y="804672"/>
                  <a:pt x="1952748" y="793413"/>
                </a:cubicBezTo>
                <a:cubicBezTo>
                  <a:pt x="1889112" y="933945"/>
                  <a:pt x="1747647" y="1031709"/>
                  <a:pt x="1583340" y="1031709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1994332" y="2759369"/>
            <a:ext cx="2208671" cy="1252788"/>
          </a:xfrm>
          <a:custGeom>
            <a:rect b="b" l="l" r="r" t="t"/>
            <a:pathLst>
              <a:path extrusionOk="0" h="1252788" w="2208671">
                <a:moveTo>
                  <a:pt x="0" y="589547"/>
                </a:moveTo>
                <a:lnTo>
                  <a:pt x="109474" y="589547"/>
                </a:lnTo>
                <a:cubicBezTo>
                  <a:pt x="149051" y="589547"/>
                  <a:pt x="187302" y="583875"/>
                  <a:pt x="223460" y="573299"/>
                </a:cubicBezTo>
                <a:cubicBezTo>
                  <a:pt x="244466" y="412753"/>
                  <a:pt x="359427" y="281761"/>
                  <a:pt x="511341" y="237328"/>
                </a:cubicBezTo>
                <a:cubicBezTo>
                  <a:pt x="547500" y="226752"/>
                  <a:pt x="585752" y="221080"/>
                  <a:pt x="625327" y="221080"/>
                </a:cubicBezTo>
                <a:lnTo>
                  <a:pt x="1583342" y="221080"/>
                </a:lnTo>
                <a:cubicBezTo>
                  <a:pt x="1622919" y="221080"/>
                  <a:pt x="1661171" y="226752"/>
                  <a:pt x="1697328" y="237328"/>
                </a:cubicBezTo>
                <a:cubicBezTo>
                  <a:pt x="1849244" y="281761"/>
                  <a:pt x="1964204" y="412753"/>
                  <a:pt x="1985209" y="573299"/>
                </a:cubicBezTo>
                <a:cubicBezTo>
                  <a:pt x="2021368" y="583875"/>
                  <a:pt x="2059620" y="589547"/>
                  <a:pt x="2099196" y="589547"/>
                </a:cubicBezTo>
                <a:lnTo>
                  <a:pt x="2208671" y="589547"/>
                </a:lnTo>
                <a:cubicBezTo>
                  <a:pt x="2192482" y="310455"/>
                  <a:pt x="1993569" y="80392"/>
                  <a:pt x="1729787" y="17211"/>
                </a:cubicBezTo>
                <a:cubicBezTo>
                  <a:pt x="1682807" y="5959"/>
                  <a:pt x="1633770" y="0"/>
                  <a:pt x="1583342" y="0"/>
                </a:cubicBezTo>
                <a:lnTo>
                  <a:pt x="625327" y="0"/>
                </a:lnTo>
                <a:cubicBezTo>
                  <a:pt x="574899" y="0"/>
                  <a:pt x="525863" y="5959"/>
                  <a:pt x="478884" y="17211"/>
                </a:cubicBezTo>
                <a:cubicBezTo>
                  <a:pt x="215102" y="80392"/>
                  <a:pt x="16189" y="310455"/>
                  <a:pt x="0" y="589547"/>
                </a:cubicBezTo>
                <a:close/>
                <a:moveTo>
                  <a:pt x="1583342" y="1031707"/>
                </a:moveTo>
                <a:lnTo>
                  <a:pt x="625327" y="1031707"/>
                </a:lnTo>
                <a:cubicBezTo>
                  <a:pt x="461026" y="1031707"/>
                  <a:pt x="319556" y="933944"/>
                  <a:pt x="255918" y="793416"/>
                </a:cubicBezTo>
                <a:cubicBezTo>
                  <a:pt x="208939" y="804668"/>
                  <a:pt x="159902" y="810627"/>
                  <a:pt x="109474" y="810627"/>
                </a:cubicBezTo>
                <a:lnTo>
                  <a:pt x="26465" y="810627"/>
                </a:lnTo>
                <a:cubicBezTo>
                  <a:pt x="105139" y="1066663"/>
                  <a:pt x="343497" y="1252788"/>
                  <a:pt x="625327" y="1252788"/>
                </a:cubicBezTo>
                <a:lnTo>
                  <a:pt x="1583342" y="1252788"/>
                </a:lnTo>
                <a:cubicBezTo>
                  <a:pt x="1865173" y="1252788"/>
                  <a:pt x="2103532" y="1066663"/>
                  <a:pt x="2182205" y="810627"/>
                </a:cubicBezTo>
                <a:lnTo>
                  <a:pt x="2099196" y="810627"/>
                </a:lnTo>
                <a:cubicBezTo>
                  <a:pt x="2048767" y="810627"/>
                  <a:pt x="1999730" y="804668"/>
                  <a:pt x="1952752" y="793416"/>
                </a:cubicBezTo>
                <a:cubicBezTo>
                  <a:pt x="1889114" y="933944"/>
                  <a:pt x="1747645" y="1031707"/>
                  <a:pt x="1583342" y="1031707"/>
                </a:cubicBezTo>
                <a:close/>
              </a:path>
            </a:pathLst>
          </a:custGeom>
          <a:noFill/>
          <a:ln cap="flat" cmpd="sng" w="3682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3468201" y="2317210"/>
            <a:ext cx="2208676" cy="1252785"/>
          </a:xfrm>
          <a:custGeom>
            <a:rect b="b" l="l" r="r" t="t"/>
            <a:pathLst>
              <a:path extrusionOk="0" h="1252785" w="2208676">
                <a:moveTo>
                  <a:pt x="109470" y="663244"/>
                </a:moveTo>
                <a:lnTo>
                  <a:pt x="0" y="663244"/>
                </a:lnTo>
                <a:cubicBezTo>
                  <a:pt x="16192" y="942336"/>
                  <a:pt x="215103" y="1172394"/>
                  <a:pt x="478888" y="1235573"/>
                </a:cubicBezTo>
                <a:cubicBezTo>
                  <a:pt x="525865" y="1246832"/>
                  <a:pt x="574900" y="1252785"/>
                  <a:pt x="625325" y="1252785"/>
                </a:cubicBezTo>
                <a:lnTo>
                  <a:pt x="1583340" y="1252785"/>
                </a:lnTo>
                <a:cubicBezTo>
                  <a:pt x="1633766" y="1252785"/>
                  <a:pt x="1682810" y="1246832"/>
                  <a:pt x="1729787" y="1235573"/>
                </a:cubicBezTo>
                <a:cubicBezTo>
                  <a:pt x="1993572" y="1172394"/>
                  <a:pt x="2192483" y="942336"/>
                  <a:pt x="2208676" y="663244"/>
                </a:cubicBezTo>
                <a:lnTo>
                  <a:pt x="2099195" y="663244"/>
                </a:lnTo>
                <a:cubicBezTo>
                  <a:pt x="2059619" y="663244"/>
                  <a:pt x="2021366" y="668912"/>
                  <a:pt x="1985210" y="679484"/>
                </a:cubicBezTo>
                <a:cubicBezTo>
                  <a:pt x="1964207" y="840038"/>
                  <a:pt x="1849240" y="971026"/>
                  <a:pt x="1697326" y="1015460"/>
                </a:cubicBezTo>
                <a:cubicBezTo>
                  <a:pt x="1661169" y="1026033"/>
                  <a:pt x="1622917" y="1031709"/>
                  <a:pt x="1583340" y="1031709"/>
                </a:cubicBezTo>
                <a:lnTo>
                  <a:pt x="625325" y="1031709"/>
                </a:lnTo>
                <a:cubicBezTo>
                  <a:pt x="585749" y="1031709"/>
                  <a:pt x="547497" y="1026033"/>
                  <a:pt x="511340" y="1015460"/>
                </a:cubicBezTo>
                <a:cubicBezTo>
                  <a:pt x="359425" y="971026"/>
                  <a:pt x="244468" y="840038"/>
                  <a:pt x="223456" y="679484"/>
                </a:cubicBezTo>
                <a:cubicBezTo>
                  <a:pt x="187299" y="668912"/>
                  <a:pt x="149047" y="663244"/>
                  <a:pt x="109470" y="663244"/>
                </a:cubicBezTo>
                <a:moveTo>
                  <a:pt x="625325" y="221084"/>
                </a:moveTo>
                <a:lnTo>
                  <a:pt x="1583340" y="221084"/>
                </a:lnTo>
                <a:cubicBezTo>
                  <a:pt x="1747647" y="221084"/>
                  <a:pt x="1889112" y="318839"/>
                  <a:pt x="1952748" y="459371"/>
                </a:cubicBezTo>
                <a:cubicBezTo>
                  <a:pt x="1999735" y="448122"/>
                  <a:pt x="2048770" y="442160"/>
                  <a:pt x="2099195" y="442160"/>
                </a:cubicBezTo>
                <a:lnTo>
                  <a:pt x="2182206" y="442160"/>
                </a:lnTo>
                <a:cubicBezTo>
                  <a:pt x="2103529" y="186128"/>
                  <a:pt x="1865175" y="0"/>
                  <a:pt x="1583340" y="0"/>
                </a:cubicBezTo>
                <a:lnTo>
                  <a:pt x="625325" y="0"/>
                </a:lnTo>
                <a:cubicBezTo>
                  <a:pt x="343500" y="0"/>
                  <a:pt x="105136" y="186128"/>
                  <a:pt x="26469" y="442160"/>
                </a:cubicBezTo>
                <a:lnTo>
                  <a:pt x="109470" y="442160"/>
                </a:lnTo>
                <a:cubicBezTo>
                  <a:pt x="159905" y="442160"/>
                  <a:pt x="208940" y="448122"/>
                  <a:pt x="255917" y="459371"/>
                </a:cubicBezTo>
                <a:cubicBezTo>
                  <a:pt x="319554" y="318839"/>
                  <a:pt x="461029" y="221084"/>
                  <a:pt x="625325" y="221084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3468201" y="2317210"/>
            <a:ext cx="2208671" cy="1252788"/>
          </a:xfrm>
          <a:custGeom>
            <a:rect b="b" l="l" r="r" t="t"/>
            <a:pathLst>
              <a:path extrusionOk="0" h="1252788" w="2208671">
                <a:moveTo>
                  <a:pt x="109474" y="663240"/>
                </a:moveTo>
                <a:lnTo>
                  <a:pt x="0" y="663240"/>
                </a:lnTo>
                <a:cubicBezTo>
                  <a:pt x="16189" y="942332"/>
                  <a:pt x="215102" y="1172395"/>
                  <a:pt x="478884" y="1235576"/>
                </a:cubicBezTo>
                <a:cubicBezTo>
                  <a:pt x="525862" y="1246828"/>
                  <a:pt x="574899" y="1252788"/>
                  <a:pt x="625327" y="1252788"/>
                </a:cubicBezTo>
                <a:lnTo>
                  <a:pt x="1583342" y="1252788"/>
                </a:lnTo>
                <a:cubicBezTo>
                  <a:pt x="1633770" y="1252788"/>
                  <a:pt x="1682807" y="1246828"/>
                  <a:pt x="1729787" y="1235576"/>
                </a:cubicBezTo>
                <a:cubicBezTo>
                  <a:pt x="1993569" y="1172395"/>
                  <a:pt x="2192482" y="942332"/>
                  <a:pt x="2208671" y="663240"/>
                </a:cubicBezTo>
                <a:lnTo>
                  <a:pt x="2099196" y="663240"/>
                </a:lnTo>
                <a:cubicBezTo>
                  <a:pt x="2059620" y="663240"/>
                  <a:pt x="2021368" y="668912"/>
                  <a:pt x="1985209" y="679488"/>
                </a:cubicBezTo>
                <a:cubicBezTo>
                  <a:pt x="1964204" y="840034"/>
                  <a:pt x="1849242" y="971026"/>
                  <a:pt x="1697328" y="1015459"/>
                </a:cubicBezTo>
                <a:cubicBezTo>
                  <a:pt x="1661171" y="1026035"/>
                  <a:pt x="1622919" y="1031707"/>
                  <a:pt x="1583342" y="1031707"/>
                </a:cubicBezTo>
                <a:lnTo>
                  <a:pt x="625327" y="1031707"/>
                </a:lnTo>
                <a:cubicBezTo>
                  <a:pt x="585752" y="1031707"/>
                  <a:pt x="547500" y="1026035"/>
                  <a:pt x="511341" y="1015459"/>
                </a:cubicBezTo>
                <a:cubicBezTo>
                  <a:pt x="359427" y="971026"/>
                  <a:pt x="244466" y="840034"/>
                  <a:pt x="223460" y="679488"/>
                </a:cubicBezTo>
                <a:cubicBezTo>
                  <a:pt x="187302" y="668912"/>
                  <a:pt x="149051" y="663240"/>
                  <a:pt x="109474" y="663240"/>
                </a:cubicBezTo>
                <a:close/>
                <a:moveTo>
                  <a:pt x="625327" y="221080"/>
                </a:moveTo>
                <a:lnTo>
                  <a:pt x="1583342" y="221080"/>
                </a:lnTo>
                <a:cubicBezTo>
                  <a:pt x="1747645" y="221080"/>
                  <a:pt x="1889114" y="318843"/>
                  <a:pt x="1952752" y="459371"/>
                </a:cubicBezTo>
                <a:cubicBezTo>
                  <a:pt x="1999730" y="448119"/>
                  <a:pt x="2048767" y="442160"/>
                  <a:pt x="2099196" y="442160"/>
                </a:cubicBezTo>
                <a:lnTo>
                  <a:pt x="2182204" y="442160"/>
                </a:lnTo>
                <a:cubicBezTo>
                  <a:pt x="2103532" y="186124"/>
                  <a:pt x="1865173" y="0"/>
                  <a:pt x="1583342" y="0"/>
                </a:cubicBezTo>
                <a:lnTo>
                  <a:pt x="625327" y="0"/>
                </a:lnTo>
                <a:cubicBezTo>
                  <a:pt x="343497" y="0"/>
                  <a:pt x="105138" y="186124"/>
                  <a:pt x="26465" y="442160"/>
                </a:cubicBezTo>
                <a:lnTo>
                  <a:pt x="109474" y="442160"/>
                </a:lnTo>
                <a:cubicBezTo>
                  <a:pt x="159902" y="442160"/>
                  <a:pt x="208939" y="448119"/>
                  <a:pt x="255918" y="459371"/>
                </a:cubicBezTo>
                <a:cubicBezTo>
                  <a:pt x="319556" y="318843"/>
                  <a:pt x="461024" y="221080"/>
                  <a:pt x="625327" y="221080"/>
                </a:cubicBezTo>
                <a:close/>
              </a:path>
            </a:pathLst>
          </a:custGeom>
          <a:noFill/>
          <a:ln cap="flat" cmpd="sng" w="3682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4942069" y="2759369"/>
            <a:ext cx="2208666" cy="1252785"/>
          </a:xfrm>
          <a:custGeom>
            <a:rect b="b" l="l" r="r" t="t"/>
            <a:pathLst>
              <a:path extrusionOk="0" h="1252785" w="2208666">
                <a:moveTo>
                  <a:pt x="1583340" y="1031709"/>
                </a:moveTo>
                <a:lnTo>
                  <a:pt x="625325" y="1031709"/>
                </a:lnTo>
                <a:cubicBezTo>
                  <a:pt x="461029" y="1031709"/>
                  <a:pt x="319554" y="933945"/>
                  <a:pt x="255917" y="793413"/>
                </a:cubicBezTo>
                <a:cubicBezTo>
                  <a:pt x="208940" y="804672"/>
                  <a:pt x="159905" y="810625"/>
                  <a:pt x="109470" y="810625"/>
                </a:cubicBezTo>
                <a:lnTo>
                  <a:pt x="26469" y="810625"/>
                </a:lnTo>
                <a:cubicBezTo>
                  <a:pt x="105136" y="1066666"/>
                  <a:pt x="343500" y="1252785"/>
                  <a:pt x="625325" y="1252785"/>
                </a:cubicBezTo>
                <a:lnTo>
                  <a:pt x="1583340" y="1252785"/>
                </a:lnTo>
                <a:cubicBezTo>
                  <a:pt x="1865175" y="1252785"/>
                  <a:pt x="2103529" y="1066666"/>
                  <a:pt x="2182206" y="810625"/>
                </a:cubicBezTo>
                <a:lnTo>
                  <a:pt x="2099195" y="810625"/>
                </a:lnTo>
                <a:cubicBezTo>
                  <a:pt x="2048770" y="810625"/>
                  <a:pt x="1999735" y="804672"/>
                  <a:pt x="1952748" y="793413"/>
                </a:cubicBezTo>
                <a:cubicBezTo>
                  <a:pt x="1889112" y="933945"/>
                  <a:pt x="1747647" y="1031709"/>
                  <a:pt x="1583340" y="1031709"/>
                </a:cubicBezTo>
                <a:moveTo>
                  <a:pt x="0" y="589549"/>
                </a:moveTo>
                <a:lnTo>
                  <a:pt x="109470" y="589549"/>
                </a:lnTo>
                <a:cubicBezTo>
                  <a:pt x="149047" y="589549"/>
                  <a:pt x="187299" y="583872"/>
                  <a:pt x="223456" y="573300"/>
                </a:cubicBezTo>
                <a:cubicBezTo>
                  <a:pt x="244468" y="412756"/>
                  <a:pt x="359425" y="281759"/>
                  <a:pt x="511340" y="237324"/>
                </a:cubicBezTo>
                <a:cubicBezTo>
                  <a:pt x="547497" y="226752"/>
                  <a:pt x="585749" y="221084"/>
                  <a:pt x="625325" y="221084"/>
                </a:cubicBezTo>
                <a:lnTo>
                  <a:pt x="1583340" y="221084"/>
                </a:lnTo>
                <a:cubicBezTo>
                  <a:pt x="1622917" y="221084"/>
                  <a:pt x="1661169" y="226752"/>
                  <a:pt x="1697326" y="237324"/>
                </a:cubicBezTo>
                <a:cubicBezTo>
                  <a:pt x="1849240" y="281759"/>
                  <a:pt x="1964207" y="412756"/>
                  <a:pt x="1985210" y="573300"/>
                </a:cubicBezTo>
                <a:cubicBezTo>
                  <a:pt x="2021366" y="583872"/>
                  <a:pt x="2059619" y="589549"/>
                  <a:pt x="2099195" y="589549"/>
                </a:cubicBezTo>
                <a:lnTo>
                  <a:pt x="2208666" y="589549"/>
                </a:lnTo>
                <a:cubicBezTo>
                  <a:pt x="2192483" y="310457"/>
                  <a:pt x="1993572" y="80390"/>
                  <a:pt x="1729787" y="17211"/>
                </a:cubicBezTo>
                <a:cubicBezTo>
                  <a:pt x="1682810" y="5962"/>
                  <a:pt x="1633766" y="0"/>
                  <a:pt x="1583340" y="0"/>
                </a:cubicBezTo>
                <a:lnTo>
                  <a:pt x="625325" y="0"/>
                </a:lnTo>
                <a:cubicBezTo>
                  <a:pt x="574900" y="0"/>
                  <a:pt x="525865" y="5962"/>
                  <a:pt x="478888" y="17211"/>
                </a:cubicBezTo>
                <a:cubicBezTo>
                  <a:pt x="215103" y="80390"/>
                  <a:pt x="16192" y="310457"/>
                  <a:pt x="0" y="589549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942069" y="2759369"/>
            <a:ext cx="2208670" cy="1252788"/>
          </a:xfrm>
          <a:custGeom>
            <a:rect b="b" l="l" r="r" t="t"/>
            <a:pathLst>
              <a:path extrusionOk="0" h="1252788" w="2208670">
                <a:moveTo>
                  <a:pt x="1583342" y="1031707"/>
                </a:moveTo>
                <a:lnTo>
                  <a:pt x="625327" y="1031707"/>
                </a:lnTo>
                <a:cubicBezTo>
                  <a:pt x="461026" y="1031707"/>
                  <a:pt x="319556" y="933944"/>
                  <a:pt x="255918" y="793416"/>
                </a:cubicBezTo>
                <a:cubicBezTo>
                  <a:pt x="208939" y="804668"/>
                  <a:pt x="159902" y="810627"/>
                  <a:pt x="109474" y="810627"/>
                </a:cubicBezTo>
                <a:lnTo>
                  <a:pt x="26465" y="810627"/>
                </a:lnTo>
                <a:cubicBezTo>
                  <a:pt x="105138" y="1066663"/>
                  <a:pt x="343497" y="1252788"/>
                  <a:pt x="625327" y="1252788"/>
                </a:cubicBezTo>
                <a:lnTo>
                  <a:pt x="1583342" y="1252788"/>
                </a:lnTo>
                <a:cubicBezTo>
                  <a:pt x="1865173" y="1252788"/>
                  <a:pt x="2103532" y="1066663"/>
                  <a:pt x="2182205" y="810627"/>
                </a:cubicBezTo>
                <a:lnTo>
                  <a:pt x="2099196" y="810627"/>
                </a:lnTo>
                <a:cubicBezTo>
                  <a:pt x="2048767" y="810627"/>
                  <a:pt x="1999732" y="804668"/>
                  <a:pt x="1952752" y="793416"/>
                </a:cubicBezTo>
                <a:cubicBezTo>
                  <a:pt x="1889114" y="933944"/>
                  <a:pt x="1747645" y="1031707"/>
                  <a:pt x="1583342" y="1031707"/>
                </a:cubicBezTo>
                <a:close/>
                <a:moveTo>
                  <a:pt x="0" y="589547"/>
                </a:moveTo>
                <a:lnTo>
                  <a:pt x="109474" y="589547"/>
                </a:lnTo>
                <a:cubicBezTo>
                  <a:pt x="149051" y="589547"/>
                  <a:pt x="187302" y="583875"/>
                  <a:pt x="223460" y="573299"/>
                </a:cubicBezTo>
                <a:cubicBezTo>
                  <a:pt x="244466" y="412753"/>
                  <a:pt x="359427" y="281761"/>
                  <a:pt x="511341" y="237328"/>
                </a:cubicBezTo>
                <a:cubicBezTo>
                  <a:pt x="547500" y="226752"/>
                  <a:pt x="585752" y="221080"/>
                  <a:pt x="625327" y="221080"/>
                </a:cubicBezTo>
                <a:lnTo>
                  <a:pt x="1583342" y="221080"/>
                </a:lnTo>
                <a:cubicBezTo>
                  <a:pt x="1622919" y="221080"/>
                  <a:pt x="1661171" y="226752"/>
                  <a:pt x="1697328" y="237328"/>
                </a:cubicBezTo>
                <a:cubicBezTo>
                  <a:pt x="1849244" y="281761"/>
                  <a:pt x="1964204" y="412753"/>
                  <a:pt x="1985211" y="573299"/>
                </a:cubicBezTo>
                <a:cubicBezTo>
                  <a:pt x="2021368" y="583875"/>
                  <a:pt x="2059620" y="589547"/>
                  <a:pt x="2099196" y="589547"/>
                </a:cubicBezTo>
                <a:lnTo>
                  <a:pt x="2208670" y="589547"/>
                </a:lnTo>
                <a:cubicBezTo>
                  <a:pt x="2192481" y="310455"/>
                  <a:pt x="1993569" y="80392"/>
                  <a:pt x="1729787" y="17211"/>
                </a:cubicBezTo>
                <a:cubicBezTo>
                  <a:pt x="1682807" y="5959"/>
                  <a:pt x="1633770" y="0"/>
                  <a:pt x="1583342" y="0"/>
                </a:cubicBezTo>
                <a:lnTo>
                  <a:pt x="625327" y="0"/>
                </a:lnTo>
                <a:cubicBezTo>
                  <a:pt x="574899" y="0"/>
                  <a:pt x="525862" y="5959"/>
                  <a:pt x="478884" y="17211"/>
                </a:cubicBezTo>
                <a:cubicBezTo>
                  <a:pt x="215102" y="80392"/>
                  <a:pt x="16189" y="310455"/>
                  <a:pt x="0" y="589547"/>
                </a:cubicBezTo>
                <a:close/>
              </a:path>
            </a:pathLst>
          </a:custGeom>
          <a:noFill/>
          <a:ln cap="flat" cmpd="sng" w="3682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6414869" y="2317210"/>
            <a:ext cx="2209733" cy="1252785"/>
          </a:xfrm>
          <a:custGeom>
            <a:rect b="b" l="l" r="r" t="t"/>
            <a:pathLst>
              <a:path extrusionOk="0" h="1252785" w="2209733">
                <a:moveTo>
                  <a:pt x="1583340" y="1252785"/>
                </a:moveTo>
                <a:cubicBezTo>
                  <a:pt x="1929288" y="1252785"/>
                  <a:pt x="2209733" y="972340"/>
                  <a:pt x="2209733" y="626392"/>
                </a:cubicBezTo>
                <a:cubicBezTo>
                  <a:pt x="2209733" y="280444"/>
                  <a:pt x="1929288" y="0"/>
                  <a:pt x="1583340" y="0"/>
                </a:cubicBezTo>
                <a:lnTo>
                  <a:pt x="625325" y="0"/>
                </a:lnTo>
                <a:cubicBezTo>
                  <a:pt x="343500" y="0"/>
                  <a:pt x="105136" y="186128"/>
                  <a:pt x="26469" y="442160"/>
                </a:cubicBezTo>
                <a:lnTo>
                  <a:pt x="109470" y="442160"/>
                </a:lnTo>
                <a:cubicBezTo>
                  <a:pt x="159905" y="442160"/>
                  <a:pt x="208940" y="448122"/>
                  <a:pt x="255917" y="459371"/>
                </a:cubicBezTo>
                <a:cubicBezTo>
                  <a:pt x="319554" y="318839"/>
                  <a:pt x="461029" y="221084"/>
                  <a:pt x="625325" y="221084"/>
                </a:cubicBezTo>
                <a:lnTo>
                  <a:pt x="1583340" y="221084"/>
                </a:lnTo>
                <a:cubicBezTo>
                  <a:pt x="1807187" y="221084"/>
                  <a:pt x="1988658" y="402545"/>
                  <a:pt x="1988658" y="626392"/>
                </a:cubicBezTo>
                <a:cubicBezTo>
                  <a:pt x="1988658" y="850239"/>
                  <a:pt x="1807187" y="1031709"/>
                  <a:pt x="1583340" y="1031709"/>
                </a:cubicBezTo>
                <a:lnTo>
                  <a:pt x="625325" y="1031709"/>
                </a:lnTo>
                <a:cubicBezTo>
                  <a:pt x="585749" y="1031709"/>
                  <a:pt x="547497" y="1026033"/>
                  <a:pt x="511340" y="1015460"/>
                </a:cubicBezTo>
                <a:cubicBezTo>
                  <a:pt x="359425" y="971026"/>
                  <a:pt x="244468" y="840038"/>
                  <a:pt x="223456" y="679484"/>
                </a:cubicBezTo>
                <a:cubicBezTo>
                  <a:pt x="187299" y="668912"/>
                  <a:pt x="149047" y="663244"/>
                  <a:pt x="109470" y="663244"/>
                </a:cubicBezTo>
                <a:lnTo>
                  <a:pt x="0" y="663244"/>
                </a:lnTo>
                <a:cubicBezTo>
                  <a:pt x="16192" y="942336"/>
                  <a:pt x="215103" y="1172394"/>
                  <a:pt x="478888" y="1235573"/>
                </a:cubicBezTo>
                <a:cubicBezTo>
                  <a:pt x="525865" y="1246832"/>
                  <a:pt x="574900" y="1252785"/>
                  <a:pt x="625325" y="1252785"/>
                </a:cubicBezTo>
                <a:lnTo>
                  <a:pt x="1583340" y="1252785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6414869" y="2317210"/>
            <a:ext cx="2209736" cy="1252788"/>
          </a:xfrm>
          <a:custGeom>
            <a:rect b="b" l="l" r="r" t="t"/>
            <a:pathLst>
              <a:path extrusionOk="0" h="1252788" w="2209736">
                <a:moveTo>
                  <a:pt x="1583342" y="1252788"/>
                </a:moveTo>
                <a:cubicBezTo>
                  <a:pt x="1929289" y="1252788"/>
                  <a:pt x="2209736" y="972341"/>
                  <a:pt x="2209736" y="626394"/>
                </a:cubicBezTo>
                <a:cubicBezTo>
                  <a:pt x="2209736" y="280446"/>
                  <a:pt x="1929289" y="0"/>
                  <a:pt x="1583342" y="0"/>
                </a:cubicBezTo>
                <a:lnTo>
                  <a:pt x="625327" y="0"/>
                </a:lnTo>
                <a:cubicBezTo>
                  <a:pt x="343497" y="0"/>
                  <a:pt x="105138" y="186124"/>
                  <a:pt x="26465" y="442160"/>
                </a:cubicBezTo>
                <a:lnTo>
                  <a:pt x="109474" y="442160"/>
                </a:lnTo>
                <a:cubicBezTo>
                  <a:pt x="159902" y="442160"/>
                  <a:pt x="208939" y="448119"/>
                  <a:pt x="255917" y="459371"/>
                </a:cubicBezTo>
                <a:cubicBezTo>
                  <a:pt x="319555" y="318843"/>
                  <a:pt x="461024" y="221080"/>
                  <a:pt x="625327" y="221080"/>
                </a:cubicBezTo>
                <a:lnTo>
                  <a:pt x="1583342" y="221080"/>
                </a:lnTo>
                <a:cubicBezTo>
                  <a:pt x="1807191" y="221080"/>
                  <a:pt x="1988656" y="402545"/>
                  <a:pt x="1988656" y="626394"/>
                </a:cubicBezTo>
                <a:cubicBezTo>
                  <a:pt x="1988656" y="850242"/>
                  <a:pt x="1807191" y="1031707"/>
                  <a:pt x="1583342" y="1031707"/>
                </a:cubicBezTo>
                <a:lnTo>
                  <a:pt x="625327" y="1031707"/>
                </a:lnTo>
                <a:cubicBezTo>
                  <a:pt x="585750" y="1031707"/>
                  <a:pt x="547500" y="1026035"/>
                  <a:pt x="511341" y="1015459"/>
                </a:cubicBezTo>
                <a:cubicBezTo>
                  <a:pt x="359427" y="971026"/>
                  <a:pt x="244465" y="840034"/>
                  <a:pt x="223460" y="679488"/>
                </a:cubicBezTo>
                <a:cubicBezTo>
                  <a:pt x="187301" y="668912"/>
                  <a:pt x="149051" y="663240"/>
                  <a:pt x="109474" y="663240"/>
                </a:cubicBezTo>
                <a:lnTo>
                  <a:pt x="0" y="663240"/>
                </a:lnTo>
                <a:cubicBezTo>
                  <a:pt x="16189" y="942332"/>
                  <a:pt x="215102" y="1172395"/>
                  <a:pt x="478884" y="1235576"/>
                </a:cubicBezTo>
                <a:cubicBezTo>
                  <a:pt x="525862" y="1246828"/>
                  <a:pt x="574899" y="1252788"/>
                  <a:pt x="625327" y="1252788"/>
                </a:cubicBezTo>
                <a:lnTo>
                  <a:pt x="1583342" y="1252788"/>
                </a:lnTo>
                <a:close/>
              </a:path>
            </a:pathLst>
          </a:custGeom>
          <a:noFill/>
          <a:ln cap="flat" cmpd="sng" w="36825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1328004" y="2697959"/>
            <a:ext cx="593036" cy="494576"/>
          </a:xfrm>
          <a:custGeom>
            <a:rect b="b" l="l" r="r" t="t"/>
            <a:pathLst>
              <a:path extrusionOk="0" h="494576" w="593036">
                <a:moveTo>
                  <a:pt x="565280" y="252517"/>
                </a:moveTo>
                <a:cubicBezTo>
                  <a:pt x="573214" y="252583"/>
                  <a:pt x="580758" y="249097"/>
                  <a:pt x="585854" y="243011"/>
                </a:cubicBezTo>
                <a:cubicBezTo>
                  <a:pt x="590940" y="236924"/>
                  <a:pt x="593036" y="228876"/>
                  <a:pt x="591569" y="221075"/>
                </a:cubicBezTo>
                <a:lnTo>
                  <a:pt x="551278" y="19897"/>
                </a:lnTo>
                <a:cubicBezTo>
                  <a:pt x="548516" y="8486"/>
                  <a:pt x="538457" y="333"/>
                  <a:pt x="526713" y="0"/>
                </a:cubicBezTo>
                <a:lnTo>
                  <a:pt x="67608" y="0"/>
                </a:lnTo>
                <a:cubicBezTo>
                  <a:pt x="55864" y="333"/>
                  <a:pt x="45805" y="8486"/>
                  <a:pt x="43043" y="19897"/>
                </a:cubicBezTo>
                <a:lnTo>
                  <a:pt x="2019" y="221075"/>
                </a:lnTo>
                <a:cubicBezTo>
                  <a:pt x="0" y="228961"/>
                  <a:pt x="1819" y="237343"/>
                  <a:pt x="6934" y="243678"/>
                </a:cubicBezTo>
                <a:cubicBezTo>
                  <a:pt x="11877" y="250050"/>
                  <a:pt x="19497" y="253774"/>
                  <a:pt x="27565" y="253745"/>
                </a:cubicBezTo>
                <a:lnTo>
                  <a:pt x="78905" y="253745"/>
                </a:lnTo>
                <a:cubicBezTo>
                  <a:pt x="81648" y="253803"/>
                  <a:pt x="84324" y="252936"/>
                  <a:pt x="86525" y="251298"/>
                </a:cubicBezTo>
                <a:cubicBezTo>
                  <a:pt x="93868" y="245487"/>
                  <a:pt x="102946" y="242287"/>
                  <a:pt x="112309" y="242201"/>
                </a:cubicBezTo>
                <a:cubicBezTo>
                  <a:pt x="116252" y="242287"/>
                  <a:pt x="119919" y="240210"/>
                  <a:pt x="121891" y="236801"/>
                </a:cubicBezTo>
                <a:cubicBezTo>
                  <a:pt x="129854" y="224085"/>
                  <a:pt x="143741" y="216312"/>
                  <a:pt x="158743" y="216169"/>
                </a:cubicBezTo>
                <a:lnTo>
                  <a:pt x="163649" y="216169"/>
                </a:lnTo>
                <a:cubicBezTo>
                  <a:pt x="167506" y="216484"/>
                  <a:pt x="171307" y="215045"/>
                  <a:pt x="173974" y="212236"/>
                </a:cubicBezTo>
                <a:cubicBezTo>
                  <a:pt x="181870" y="205149"/>
                  <a:pt x="192100" y="201215"/>
                  <a:pt x="202711" y="201177"/>
                </a:cubicBezTo>
                <a:cubicBezTo>
                  <a:pt x="206702" y="201253"/>
                  <a:pt x="210664" y="201834"/>
                  <a:pt x="214502" y="202901"/>
                </a:cubicBezTo>
                <a:cubicBezTo>
                  <a:pt x="228876" y="206873"/>
                  <a:pt x="240134" y="218046"/>
                  <a:pt x="244220" y="232381"/>
                </a:cubicBezTo>
                <a:cubicBezTo>
                  <a:pt x="245125" y="235734"/>
                  <a:pt x="247469" y="238525"/>
                  <a:pt x="250612" y="239991"/>
                </a:cubicBezTo>
                <a:cubicBezTo>
                  <a:pt x="254965" y="242220"/>
                  <a:pt x="258879" y="245211"/>
                  <a:pt x="262156" y="248840"/>
                </a:cubicBezTo>
                <a:cubicBezTo>
                  <a:pt x="264452" y="251259"/>
                  <a:pt x="267662" y="252602"/>
                  <a:pt x="270995" y="252517"/>
                </a:cubicBezTo>
                <a:lnTo>
                  <a:pt x="342480" y="252517"/>
                </a:lnTo>
                <a:cubicBezTo>
                  <a:pt x="345814" y="252602"/>
                  <a:pt x="349034" y="251259"/>
                  <a:pt x="351329" y="248840"/>
                </a:cubicBezTo>
                <a:cubicBezTo>
                  <a:pt x="354606" y="245211"/>
                  <a:pt x="358520" y="242220"/>
                  <a:pt x="362873" y="239991"/>
                </a:cubicBezTo>
                <a:cubicBezTo>
                  <a:pt x="365960" y="238448"/>
                  <a:pt x="368274" y="235686"/>
                  <a:pt x="369255" y="232381"/>
                </a:cubicBezTo>
                <a:cubicBezTo>
                  <a:pt x="373351" y="218046"/>
                  <a:pt x="384609" y="206873"/>
                  <a:pt x="398983" y="202901"/>
                </a:cubicBezTo>
                <a:cubicBezTo>
                  <a:pt x="402821" y="201834"/>
                  <a:pt x="406784" y="201253"/>
                  <a:pt x="410775" y="201177"/>
                </a:cubicBezTo>
                <a:cubicBezTo>
                  <a:pt x="421385" y="201215"/>
                  <a:pt x="431615" y="205149"/>
                  <a:pt x="439512" y="212236"/>
                </a:cubicBezTo>
                <a:cubicBezTo>
                  <a:pt x="442131" y="214569"/>
                  <a:pt x="445598" y="215722"/>
                  <a:pt x="449094" y="215426"/>
                </a:cubicBezTo>
                <a:lnTo>
                  <a:pt x="454009" y="215426"/>
                </a:lnTo>
                <a:cubicBezTo>
                  <a:pt x="469001" y="215569"/>
                  <a:pt x="482888" y="223351"/>
                  <a:pt x="490851" y="236067"/>
                </a:cubicBezTo>
                <a:cubicBezTo>
                  <a:pt x="492823" y="239477"/>
                  <a:pt x="496490" y="241544"/>
                  <a:pt x="500433" y="241468"/>
                </a:cubicBezTo>
                <a:cubicBezTo>
                  <a:pt x="509387" y="241782"/>
                  <a:pt x="517998" y="244973"/>
                  <a:pt x="524998" y="250555"/>
                </a:cubicBezTo>
                <a:cubicBezTo>
                  <a:pt x="527189" y="252202"/>
                  <a:pt x="529866" y="253069"/>
                  <a:pt x="532609" y="253012"/>
                </a:cubicBezTo>
                <a:lnTo>
                  <a:pt x="565280" y="253012"/>
                </a:lnTo>
                <a:moveTo>
                  <a:pt x="100279" y="165811"/>
                </a:moveTo>
                <a:lnTo>
                  <a:pt x="75714" y="165811"/>
                </a:lnTo>
                <a:cubicBezTo>
                  <a:pt x="65541" y="165811"/>
                  <a:pt x="57292" y="157562"/>
                  <a:pt x="57292" y="147389"/>
                </a:cubicBezTo>
                <a:cubicBezTo>
                  <a:pt x="57292" y="137207"/>
                  <a:pt x="65541" y="128958"/>
                  <a:pt x="75714" y="128958"/>
                </a:cubicBezTo>
                <a:lnTo>
                  <a:pt x="100279" y="128958"/>
                </a:lnTo>
                <a:cubicBezTo>
                  <a:pt x="110451" y="128958"/>
                  <a:pt x="118700" y="137207"/>
                  <a:pt x="118700" y="147389"/>
                </a:cubicBezTo>
                <a:cubicBezTo>
                  <a:pt x="118700" y="157562"/>
                  <a:pt x="110451" y="165811"/>
                  <a:pt x="100279" y="165811"/>
                </a:cubicBezTo>
                <a:moveTo>
                  <a:pt x="137121" y="92116"/>
                </a:moveTo>
                <a:lnTo>
                  <a:pt x="112556" y="92116"/>
                </a:lnTo>
                <a:cubicBezTo>
                  <a:pt x="102384" y="92116"/>
                  <a:pt x="94135" y="83867"/>
                  <a:pt x="94135" y="73694"/>
                </a:cubicBezTo>
                <a:cubicBezTo>
                  <a:pt x="94135" y="63522"/>
                  <a:pt x="102384" y="55273"/>
                  <a:pt x="112556" y="55273"/>
                </a:cubicBezTo>
                <a:lnTo>
                  <a:pt x="137121" y="55273"/>
                </a:lnTo>
                <a:cubicBezTo>
                  <a:pt x="147294" y="55273"/>
                  <a:pt x="155543" y="63522"/>
                  <a:pt x="155543" y="73694"/>
                </a:cubicBezTo>
                <a:cubicBezTo>
                  <a:pt x="155543" y="83867"/>
                  <a:pt x="147294" y="92116"/>
                  <a:pt x="137121" y="92116"/>
                </a:cubicBezTo>
                <a:moveTo>
                  <a:pt x="198539" y="165811"/>
                </a:moveTo>
                <a:lnTo>
                  <a:pt x="173974" y="165811"/>
                </a:lnTo>
                <a:cubicBezTo>
                  <a:pt x="163791" y="165811"/>
                  <a:pt x="155543" y="157562"/>
                  <a:pt x="155543" y="147389"/>
                </a:cubicBezTo>
                <a:cubicBezTo>
                  <a:pt x="155543" y="137207"/>
                  <a:pt x="163791" y="128958"/>
                  <a:pt x="173974" y="128958"/>
                </a:cubicBezTo>
                <a:lnTo>
                  <a:pt x="198539" y="128958"/>
                </a:lnTo>
                <a:cubicBezTo>
                  <a:pt x="208711" y="128958"/>
                  <a:pt x="216960" y="137207"/>
                  <a:pt x="216960" y="147389"/>
                </a:cubicBezTo>
                <a:cubicBezTo>
                  <a:pt x="216960" y="157562"/>
                  <a:pt x="208711" y="165811"/>
                  <a:pt x="198539" y="165811"/>
                </a:cubicBezTo>
                <a:moveTo>
                  <a:pt x="266090" y="73694"/>
                </a:moveTo>
                <a:cubicBezTo>
                  <a:pt x="265957" y="83810"/>
                  <a:pt x="257784" y="91982"/>
                  <a:pt x="247659" y="92116"/>
                </a:cubicBezTo>
                <a:lnTo>
                  <a:pt x="223104" y="92116"/>
                </a:lnTo>
                <a:cubicBezTo>
                  <a:pt x="212921" y="92116"/>
                  <a:pt x="204673" y="83867"/>
                  <a:pt x="204673" y="73694"/>
                </a:cubicBezTo>
                <a:cubicBezTo>
                  <a:pt x="204673" y="63522"/>
                  <a:pt x="212921" y="55273"/>
                  <a:pt x="223104" y="55273"/>
                </a:cubicBezTo>
                <a:lnTo>
                  <a:pt x="247659" y="55273"/>
                </a:lnTo>
                <a:cubicBezTo>
                  <a:pt x="257784" y="55397"/>
                  <a:pt x="265957" y="63569"/>
                  <a:pt x="266090" y="73694"/>
                </a:cubicBezTo>
                <a:moveTo>
                  <a:pt x="327498" y="147389"/>
                </a:moveTo>
                <a:cubicBezTo>
                  <a:pt x="327498" y="157562"/>
                  <a:pt x="319249" y="165811"/>
                  <a:pt x="309076" y="165811"/>
                </a:cubicBezTo>
                <a:lnTo>
                  <a:pt x="284511" y="165811"/>
                </a:lnTo>
                <a:cubicBezTo>
                  <a:pt x="274339" y="165811"/>
                  <a:pt x="266090" y="157562"/>
                  <a:pt x="266090" y="147389"/>
                </a:cubicBezTo>
                <a:cubicBezTo>
                  <a:pt x="266090" y="137207"/>
                  <a:pt x="274339" y="128958"/>
                  <a:pt x="284511" y="128958"/>
                </a:cubicBezTo>
                <a:lnTo>
                  <a:pt x="309076" y="128958"/>
                </a:lnTo>
                <a:cubicBezTo>
                  <a:pt x="319192" y="129092"/>
                  <a:pt x="327364" y="137264"/>
                  <a:pt x="327498" y="147389"/>
                </a:cubicBezTo>
                <a:moveTo>
                  <a:pt x="333641" y="92116"/>
                </a:moveTo>
                <a:cubicBezTo>
                  <a:pt x="323468" y="92116"/>
                  <a:pt x="315220" y="83867"/>
                  <a:pt x="315220" y="73694"/>
                </a:cubicBezTo>
                <a:cubicBezTo>
                  <a:pt x="315220" y="63522"/>
                  <a:pt x="323468" y="55273"/>
                  <a:pt x="333641" y="55273"/>
                </a:cubicBezTo>
                <a:lnTo>
                  <a:pt x="358206" y="55273"/>
                </a:lnTo>
                <a:cubicBezTo>
                  <a:pt x="368379" y="55273"/>
                  <a:pt x="376628" y="63522"/>
                  <a:pt x="376628" y="73694"/>
                </a:cubicBezTo>
                <a:cubicBezTo>
                  <a:pt x="376628" y="83867"/>
                  <a:pt x="368379" y="92116"/>
                  <a:pt x="358206" y="92116"/>
                </a:cubicBezTo>
                <a:lnTo>
                  <a:pt x="333641" y="92116"/>
                </a:lnTo>
                <a:moveTo>
                  <a:pt x="425757" y="147389"/>
                </a:moveTo>
                <a:cubicBezTo>
                  <a:pt x="425757" y="157562"/>
                  <a:pt x="417509" y="165811"/>
                  <a:pt x="407336" y="165811"/>
                </a:cubicBezTo>
                <a:lnTo>
                  <a:pt x="382771" y="165811"/>
                </a:lnTo>
                <a:cubicBezTo>
                  <a:pt x="372589" y="165811"/>
                  <a:pt x="364340" y="157562"/>
                  <a:pt x="364340" y="147389"/>
                </a:cubicBezTo>
                <a:cubicBezTo>
                  <a:pt x="364340" y="137207"/>
                  <a:pt x="372589" y="128958"/>
                  <a:pt x="382771" y="128958"/>
                </a:cubicBezTo>
                <a:lnTo>
                  <a:pt x="407336" y="128958"/>
                </a:lnTo>
                <a:cubicBezTo>
                  <a:pt x="417452" y="129092"/>
                  <a:pt x="425624" y="137264"/>
                  <a:pt x="425757" y="147389"/>
                </a:cubicBezTo>
                <a:moveTo>
                  <a:pt x="438035" y="73694"/>
                </a:moveTo>
                <a:cubicBezTo>
                  <a:pt x="438169" y="63569"/>
                  <a:pt x="446341" y="55397"/>
                  <a:pt x="456466" y="55273"/>
                </a:cubicBezTo>
                <a:lnTo>
                  <a:pt x="481022" y="55273"/>
                </a:lnTo>
                <a:cubicBezTo>
                  <a:pt x="491204" y="55273"/>
                  <a:pt x="499452" y="63522"/>
                  <a:pt x="499452" y="73694"/>
                </a:cubicBezTo>
                <a:cubicBezTo>
                  <a:pt x="499452" y="83867"/>
                  <a:pt x="491204" y="92116"/>
                  <a:pt x="481022" y="92116"/>
                </a:cubicBezTo>
                <a:lnTo>
                  <a:pt x="456466" y="92116"/>
                </a:lnTo>
                <a:cubicBezTo>
                  <a:pt x="446341" y="91982"/>
                  <a:pt x="438169" y="83810"/>
                  <a:pt x="438035" y="73694"/>
                </a:cubicBezTo>
                <a:moveTo>
                  <a:pt x="524017" y="147389"/>
                </a:moveTo>
                <a:cubicBezTo>
                  <a:pt x="524017" y="157562"/>
                  <a:pt x="515769" y="165811"/>
                  <a:pt x="505586" y="165811"/>
                </a:cubicBezTo>
                <a:lnTo>
                  <a:pt x="481022" y="165811"/>
                </a:lnTo>
                <a:cubicBezTo>
                  <a:pt x="470849" y="165811"/>
                  <a:pt x="462600" y="157562"/>
                  <a:pt x="462600" y="147389"/>
                </a:cubicBezTo>
                <a:cubicBezTo>
                  <a:pt x="462600" y="137207"/>
                  <a:pt x="470849" y="128958"/>
                  <a:pt x="481022" y="128958"/>
                </a:cubicBezTo>
                <a:lnTo>
                  <a:pt x="505586" y="128958"/>
                </a:lnTo>
                <a:cubicBezTo>
                  <a:pt x="515712" y="129092"/>
                  <a:pt x="523884" y="137264"/>
                  <a:pt x="524017" y="147389"/>
                </a:cubicBezTo>
                <a:moveTo>
                  <a:pt x="481517" y="289369"/>
                </a:moveTo>
                <a:lnTo>
                  <a:pt x="471201" y="253012"/>
                </a:lnTo>
                <a:cubicBezTo>
                  <a:pt x="468353" y="243039"/>
                  <a:pt x="457961" y="237267"/>
                  <a:pt x="447989" y="240115"/>
                </a:cubicBezTo>
                <a:cubicBezTo>
                  <a:pt x="438016" y="242963"/>
                  <a:pt x="432244" y="253355"/>
                  <a:pt x="435092" y="263328"/>
                </a:cubicBezTo>
                <a:lnTo>
                  <a:pt x="428215" y="238763"/>
                </a:lnTo>
                <a:cubicBezTo>
                  <a:pt x="425024" y="228380"/>
                  <a:pt x="414023" y="222551"/>
                  <a:pt x="403650" y="225742"/>
                </a:cubicBezTo>
                <a:cubicBezTo>
                  <a:pt x="393706" y="228714"/>
                  <a:pt x="387934" y="239058"/>
                  <a:pt x="390629" y="249078"/>
                </a:cubicBezTo>
                <a:lnTo>
                  <a:pt x="397506" y="273643"/>
                </a:lnTo>
                <a:cubicBezTo>
                  <a:pt x="394544" y="263832"/>
                  <a:pt x="384305" y="258175"/>
                  <a:pt x="374418" y="260870"/>
                </a:cubicBezTo>
                <a:cubicBezTo>
                  <a:pt x="369617" y="262194"/>
                  <a:pt x="365540" y="265376"/>
                  <a:pt x="363093" y="269709"/>
                </a:cubicBezTo>
                <a:cubicBezTo>
                  <a:pt x="360654" y="274043"/>
                  <a:pt x="360044" y="279177"/>
                  <a:pt x="361397" y="283968"/>
                </a:cubicBezTo>
                <a:lnTo>
                  <a:pt x="393572" y="393030"/>
                </a:lnTo>
                <a:cubicBezTo>
                  <a:pt x="394382" y="395363"/>
                  <a:pt x="393592" y="397944"/>
                  <a:pt x="391610" y="399421"/>
                </a:cubicBezTo>
                <a:cubicBezTo>
                  <a:pt x="389648" y="400611"/>
                  <a:pt x="387191" y="400611"/>
                  <a:pt x="385229" y="399421"/>
                </a:cubicBezTo>
                <a:lnTo>
                  <a:pt x="367293" y="393030"/>
                </a:lnTo>
                <a:cubicBezTo>
                  <a:pt x="360740" y="390734"/>
                  <a:pt x="353463" y="393239"/>
                  <a:pt x="349719" y="399097"/>
                </a:cubicBezTo>
                <a:cubicBezTo>
                  <a:pt x="345967" y="404945"/>
                  <a:pt x="346738" y="412603"/>
                  <a:pt x="351567" y="417595"/>
                </a:cubicBezTo>
                <a:cubicBezTo>
                  <a:pt x="351567" y="417595"/>
                  <a:pt x="379818" y="448789"/>
                  <a:pt x="410032" y="475564"/>
                </a:cubicBezTo>
                <a:cubicBezTo>
                  <a:pt x="426253" y="489518"/>
                  <a:pt x="448313" y="494576"/>
                  <a:pt x="468991" y="489080"/>
                </a:cubicBezTo>
                <a:lnTo>
                  <a:pt x="509273" y="477535"/>
                </a:lnTo>
                <a:cubicBezTo>
                  <a:pt x="542524" y="467906"/>
                  <a:pt x="561746" y="433206"/>
                  <a:pt x="552259" y="399907"/>
                </a:cubicBezTo>
                <a:lnTo>
                  <a:pt x="517874" y="279301"/>
                </a:lnTo>
                <a:cubicBezTo>
                  <a:pt x="514797" y="269443"/>
                  <a:pt x="504539" y="263718"/>
                  <a:pt x="494537" y="266280"/>
                </a:cubicBezTo>
                <a:cubicBezTo>
                  <a:pt x="484631" y="269138"/>
                  <a:pt x="478840" y="279406"/>
                  <a:pt x="481517" y="289369"/>
                </a:cubicBezTo>
                <a:moveTo>
                  <a:pt x="130978" y="289121"/>
                </a:moveTo>
                <a:lnTo>
                  <a:pt x="141303" y="252764"/>
                </a:lnTo>
                <a:cubicBezTo>
                  <a:pt x="144151" y="242801"/>
                  <a:pt x="154543" y="237029"/>
                  <a:pt x="164515" y="239877"/>
                </a:cubicBezTo>
                <a:cubicBezTo>
                  <a:pt x="174478" y="242725"/>
                  <a:pt x="180260" y="253117"/>
                  <a:pt x="177412" y="263080"/>
                </a:cubicBezTo>
                <a:lnTo>
                  <a:pt x="184289" y="238515"/>
                </a:lnTo>
                <a:cubicBezTo>
                  <a:pt x="187461" y="228761"/>
                  <a:pt x="197691" y="223161"/>
                  <a:pt x="207625" y="225742"/>
                </a:cubicBezTo>
                <a:cubicBezTo>
                  <a:pt x="217531" y="228609"/>
                  <a:pt x="223323" y="238877"/>
                  <a:pt x="220646" y="248840"/>
                </a:cubicBezTo>
                <a:lnTo>
                  <a:pt x="213769" y="273405"/>
                </a:lnTo>
                <a:cubicBezTo>
                  <a:pt x="216731" y="263575"/>
                  <a:pt x="226914" y="257841"/>
                  <a:pt x="236858" y="260384"/>
                </a:cubicBezTo>
                <a:cubicBezTo>
                  <a:pt x="242001" y="261661"/>
                  <a:pt x="246364" y="265071"/>
                  <a:pt x="248850" y="269757"/>
                </a:cubicBezTo>
                <a:cubicBezTo>
                  <a:pt x="251336" y="274443"/>
                  <a:pt x="251707" y="279968"/>
                  <a:pt x="249878" y="284949"/>
                </a:cubicBezTo>
                <a:lnTo>
                  <a:pt x="218922" y="393030"/>
                </a:lnTo>
                <a:cubicBezTo>
                  <a:pt x="218303" y="395287"/>
                  <a:pt x="219075" y="397697"/>
                  <a:pt x="220884" y="399173"/>
                </a:cubicBezTo>
                <a:cubicBezTo>
                  <a:pt x="222808" y="400488"/>
                  <a:pt x="225351" y="400488"/>
                  <a:pt x="227276" y="399173"/>
                </a:cubicBezTo>
                <a:lnTo>
                  <a:pt x="245211" y="393030"/>
                </a:lnTo>
                <a:cubicBezTo>
                  <a:pt x="251669" y="391191"/>
                  <a:pt x="258575" y="393811"/>
                  <a:pt x="262194" y="399468"/>
                </a:cubicBezTo>
                <a:cubicBezTo>
                  <a:pt x="265814" y="405126"/>
                  <a:pt x="265299" y="412499"/>
                  <a:pt x="260927" y="417595"/>
                </a:cubicBezTo>
                <a:cubicBezTo>
                  <a:pt x="260927" y="417595"/>
                  <a:pt x="232676" y="448541"/>
                  <a:pt x="202711" y="475326"/>
                </a:cubicBezTo>
                <a:cubicBezTo>
                  <a:pt x="186528" y="489356"/>
                  <a:pt x="164430" y="494414"/>
                  <a:pt x="143760" y="488832"/>
                </a:cubicBezTo>
                <a:lnTo>
                  <a:pt x="103717" y="477288"/>
                </a:lnTo>
                <a:cubicBezTo>
                  <a:pt x="87658" y="472773"/>
                  <a:pt x="74066" y="462038"/>
                  <a:pt x="65951" y="447465"/>
                </a:cubicBezTo>
                <a:cubicBezTo>
                  <a:pt x="57835" y="432892"/>
                  <a:pt x="55873" y="415690"/>
                  <a:pt x="60483" y="399659"/>
                </a:cubicBezTo>
                <a:lnTo>
                  <a:pt x="94868" y="279053"/>
                </a:lnTo>
                <a:cubicBezTo>
                  <a:pt x="97945" y="269195"/>
                  <a:pt x="108203" y="263471"/>
                  <a:pt x="118205" y="266033"/>
                </a:cubicBezTo>
                <a:cubicBezTo>
                  <a:pt x="128015" y="268995"/>
                  <a:pt x="133683" y="279234"/>
                  <a:pt x="130978" y="289121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4279208" y="2649315"/>
            <a:ext cx="586654" cy="588225"/>
          </a:xfrm>
          <a:custGeom>
            <a:rect b="b" l="l" r="r" t="t"/>
            <a:pathLst>
              <a:path extrusionOk="0" h="588225" w="586654">
                <a:moveTo>
                  <a:pt x="204282" y="24936"/>
                </a:moveTo>
                <a:cubicBezTo>
                  <a:pt x="204416" y="11372"/>
                  <a:pt x="193528" y="266"/>
                  <a:pt x="179965" y="133"/>
                </a:cubicBezTo>
                <a:cubicBezTo>
                  <a:pt x="166392" y="0"/>
                  <a:pt x="155286" y="10877"/>
                  <a:pt x="155152" y="24450"/>
                </a:cubicBezTo>
                <a:lnTo>
                  <a:pt x="155152" y="135597"/>
                </a:lnTo>
                <a:cubicBezTo>
                  <a:pt x="155152" y="145780"/>
                  <a:pt x="146904" y="154028"/>
                  <a:pt x="136731" y="154028"/>
                </a:cubicBezTo>
                <a:cubicBezTo>
                  <a:pt x="126549" y="154028"/>
                  <a:pt x="118300" y="145780"/>
                  <a:pt x="118300" y="135597"/>
                </a:cubicBezTo>
                <a:lnTo>
                  <a:pt x="118300" y="73209"/>
                </a:lnTo>
                <a:lnTo>
                  <a:pt x="60407" y="73209"/>
                </a:lnTo>
                <a:cubicBezTo>
                  <a:pt x="27736" y="73228"/>
                  <a:pt x="0" y="100936"/>
                  <a:pt x="0" y="133635"/>
                </a:cubicBezTo>
                <a:lnTo>
                  <a:pt x="0" y="527799"/>
                </a:lnTo>
                <a:cubicBezTo>
                  <a:pt x="0" y="560470"/>
                  <a:pt x="27736" y="588225"/>
                  <a:pt x="60407" y="588225"/>
                </a:cubicBezTo>
                <a:lnTo>
                  <a:pt x="526246" y="588225"/>
                </a:lnTo>
                <a:cubicBezTo>
                  <a:pt x="558917" y="588225"/>
                  <a:pt x="586654" y="560470"/>
                  <a:pt x="586654" y="527799"/>
                </a:cubicBezTo>
                <a:lnTo>
                  <a:pt x="586654" y="133635"/>
                </a:lnTo>
                <a:cubicBezTo>
                  <a:pt x="586625" y="100965"/>
                  <a:pt x="558917" y="73209"/>
                  <a:pt x="526246" y="73209"/>
                </a:cubicBezTo>
                <a:lnTo>
                  <a:pt x="462210" y="73209"/>
                </a:lnTo>
                <a:lnTo>
                  <a:pt x="462210" y="24936"/>
                </a:lnTo>
                <a:cubicBezTo>
                  <a:pt x="462343" y="11372"/>
                  <a:pt x="451456" y="266"/>
                  <a:pt x="437883" y="133"/>
                </a:cubicBezTo>
                <a:cubicBezTo>
                  <a:pt x="424319" y="0"/>
                  <a:pt x="413213" y="10877"/>
                  <a:pt x="413080" y="24450"/>
                </a:cubicBezTo>
                <a:lnTo>
                  <a:pt x="413080" y="135597"/>
                </a:lnTo>
                <a:cubicBezTo>
                  <a:pt x="413080" y="145780"/>
                  <a:pt x="404831" y="154028"/>
                  <a:pt x="394658" y="154028"/>
                </a:cubicBezTo>
                <a:cubicBezTo>
                  <a:pt x="384476" y="154028"/>
                  <a:pt x="376227" y="145780"/>
                  <a:pt x="376227" y="135597"/>
                </a:cubicBezTo>
                <a:lnTo>
                  <a:pt x="376227" y="73209"/>
                </a:lnTo>
                <a:lnTo>
                  <a:pt x="204282" y="73209"/>
                </a:lnTo>
                <a:lnTo>
                  <a:pt x="204282" y="24936"/>
                </a:lnTo>
                <a:moveTo>
                  <a:pt x="49129" y="527799"/>
                </a:moveTo>
                <a:lnTo>
                  <a:pt x="49129" y="232286"/>
                </a:lnTo>
                <a:lnTo>
                  <a:pt x="537524" y="232286"/>
                </a:lnTo>
                <a:lnTo>
                  <a:pt x="537524" y="527799"/>
                </a:lnTo>
                <a:cubicBezTo>
                  <a:pt x="537524" y="533352"/>
                  <a:pt x="531799" y="539095"/>
                  <a:pt x="526246" y="539095"/>
                </a:cubicBezTo>
                <a:lnTo>
                  <a:pt x="60407" y="539095"/>
                </a:lnTo>
                <a:cubicBezTo>
                  <a:pt x="54854" y="539095"/>
                  <a:pt x="49129" y="533352"/>
                  <a:pt x="49129" y="527799"/>
                </a:cubicBezTo>
                <a:moveTo>
                  <a:pt x="280673" y="306200"/>
                </a:moveTo>
                <a:cubicBezTo>
                  <a:pt x="270957" y="305666"/>
                  <a:pt x="261851" y="310915"/>
                  <a:pt x="257441" y="319592"/>
                </a:cubicBezTo>
                <a:lnTo>
                  <a:pt x="219436" y="394392"/>
                </a:lnTo>
                <a:cubicBezTo>
                  <a:pt x="216322" y="400411"/>
                  <a:pt x="215836" y="407450"/>
                  <a:pt x="218303" y="414356"/>
                </a:cubicBezTo>
                <a:cubicBezTo>
                  <a:pt x="220618" y="420471"/>
                  <a:pt x="225275" y="425405"/>
                  <a:pt x="231247" y="428063"/>
                </a:cubicBezTo>
                <a:lnTo>
                  <a:pt x="311086" y="463686"/>
                </a:lnTo>
                <a:cubicBezTo>
                  <a:pt x="320135" y="467725"/>
                  <a:pt x="330727" y="465924"/>
                  <a:pt x="337937" y="459124"/>
                </a:cubicBezTo>
                <a:cubicBezTo>
                  <a:pt x="345147" y="452323"/>
                  <a:pt x="347567" y="441855"/>
                  <a:pt x="344071" y="432587"/>
                </a:cubicBezTo>
                <a:lnTo>
                  <a:pt x="332212" y="401193"/>
                </a:lnTo>
                <a:lnTo>
                  <a:pt x="470115" y="355253"/>
                </a:lnTo>
                <a:cubicBezTo>
                  <a:pt x="482984" y="350958"/>
                  <a:pt x="489946" y="337042"/>
                  <a:pt x="485651" y="324173"/>
                </a:cubicBezTo>
                <a:cubicBezTo>
                  <a:pt x="481355" y="311296"/>
                  <a:pt x="467439" y="304342"/>
                  <a:pt x="454571" y="308629"/>
                </a:cubicBezTo>
                <a:lnTo>
                  <a:pt x="314848" y="355206"/>
                </a:lnTo>
                <a:lnTo>
                  <a:pt x="302294" y="322049"/>
                </a:lnTo>
                <a:cubicBezTo>
                  <a:pt x="298856" y="312953"/>
                  <a:pt x="290379" y="306743"/>
                  <a:pt x="280673" y="306200"/>
                </a:cubicBezTo>
                <a:moveTo>
                  <a:pt x="112042" y="441255"/>
                </a:moveTo>
                <a:cubicBezTo>
                  <a:pt x="112042" y="460809"/>
                  <a:pt x="127739" y="476535"/>
                  <a:pt x="147313" y="476535"/>
                </a:cubicBezTo>
                <a:cubicBezTo>
                  <a:pt x="166868" y="476535"/>
                  <a:pt x="182584" y="460809"/>
                  <a:pt x="182584" y="441255"/>
                </a:cubicBezTo>
                <a:cubicBezTo>
                  <a:pt x="182584" y="421700"/>
                  <a:pt x="166868" y="405984"/>
                  <a:pt x="147313" y="405984"/>
                </a:cubicBezTo>
                <a:cubicBezTo>
                  <a:pt x="127758" y="405984"/>
                  <a:pt x="112042" y="421700"/>
                  <a:pt x="112042" y="441255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7225497" y="2648829"/>
            <a:ext cx="589549" cy="589549"/>
          </a:xfrm>
          <a:custGeom>
            <a:rect b="b" l="l" r="r" t="t"/>
            <a:pathLst>
              <a:path extrusionOk="0" h="589549" w="589549">
                <a:moveTo>
                  <a:pt x="98259" y="234095"/>
                </a:moveTo>
                <a:lnTo>
                  <a:pt x="131416" y="234095"/>
                </a:lnTo>
                <a:cubicBezTo>
                  <a:pt x="141598" y="234095"/>
                  <a:pt x="149847" y="225847"/>
                  <a:pt x="149847" y="215674"/>
                </a:cubicBezTo>
                <a:cubicBezTo>
                  <a:pt x="149847" y="205501"/>
                  <a:pt x="141598" y="197253"/>
                  <a:pt x="131416" y="197253"/>
                </a:cubicBezTo>
                <a:lnTo>
                  <a:pt x="98259" y="197253"/>
                </a:lnTo>
                <a:cubicBezTo>
                  <a:pt x="88087" y="197253"/>
                  <a:pt x="79838" y="205501"/>
                  <a:pt x="79838" y="215674"/>
                </a:cubicBezTo>
                <a:cubicBezTo>
                  <a:pt x="79838" y="225847"/>
                  <a:pt x="88087" y="234095"/>
                  <a:pt x="98259" y="234095"/>
                </a:cubicBezTo>
                <a:moveTo>
                  <a:pt x="98259" y="155981"/>
                </a:moveTo>
                <a:lnTo>
                  <a:pt x="140265" y="155981"/>
                </a:lnTo>
                <a:cubicBezTo>
                  <a:pt x="150437" y="155981"/>
                  <a:pt x="158686" y="147732"/>
                  <a:pt x="158686" y="137560"/>
                </a:cubicBezTo>
                <a:cubicBezTo>
                  <a:pt x="158686" y="127387"/>
                  <a:pt x="150437" y="119138"/>
                  <a:pt x="140265" y="119138"/>
                </a:cubicBezTo>
                <a:lnTo>
                  <a:pt x="98259" y="119138"/>
                </a:lnTo>
                <a:cubicBezTo>
                  <a:pt x="88087" y="119138"/>
                  <a:pt x="79838" y="127387"/>
                  <a:pt x="79838" y="137560"/>
                </a:cubicBezTo>
                <a:cubicBezTo>
                  <a:pt x="79838" y="147732"/>
                  <a:pt x="88087" y="155981"/>
                  <a:pt x="98259" y="155981"/>
                </a:cubicBezTo>
                <a:moveTo>
                  <a:pt x="198234" y="155981"/>
                </a:moveTo>
                <a:lnTo>
                  <a:pt x="231886" y="155981"/>
                </a:lnTo>
                <a:cubicBezTo>
                  <a:pt x="242058" y="155981"/>
                  <a:pt x="250307" y="147732"/>
                  <a:pt x="250307" y="137560"/>
                </a:cubicBezTo>
                <a:cubicBezTo>
                  <a:pt x="250307" y="127387"/>
                  <a:pt x="242058" y="119138"/>
                  <a:pt x="231886" y="119138"/>
                </a:cubicBezTo>
                <a:lnTo>
                  <a:pt x="198234" y="119138"/>
                </a:lnTo>
                <a:cubicBezTo>
                  <a:pt x="188061" y="119138"/>
                  <a:pt x="179812" y="127387"/>
                  <a:pt x="179812" y="137560"/>
                </a:cubicBezTo>
                <a:cubicBezTo>
                  <a:pt x="179812" y="147732"/>
                  <a:pt x="188061" y="155981"/>
                  <a:pt x="198234" y="155981"/>
                </a:cubicBezTo>
                <a:moveTo>
                  <a:pt x="231886" y="196519"/>
                </a:moveTo>
                <a:lnTo>
                  <a:pt x="189633" y="196519"/>
                </a:lnTo>
                <a:cubicBezTo>
                  <a:pt x="179460" y="196519"/>
                  <a:pt x="171211" y="204768"/>
                  <a:pt x="171211" y="214941"/>
                </a:cubicBezTo>
                <a:cubicBezTo>
                  <a:pt x="171211" y="225113"/>
                  <a:pt x="179460" y="233362"/>
                  <a:pt x="189633" y="233362"/>
                </a:cubicBezTo>
                <a:lnTo>
                  <a:pt x="231886" y="233362"/>
                </a:lnTo>
                <a:cubicBezTo>
                  <a:pt x="242058" y="233362"/>
                  <a:pt x="250307" y="225113"/>
                  <a:pt x="250307" y="214941"/>
                </a:cubicBezTo>
                <a:cubicBezTo>
                  <a:pt x="250307" y="204768"/>
                  <a:pt x="242058" y="196519"/>
                  <a:pt x="231886" y="196519"/>
                </a:cubicBezTo>
                <a:moveTo>
                  <a:pt x="231886" y="275367"/>
                </a:moveTo>
                <a:lnTo>
                  <a:pt x="98259" y="275367"/>
                </a:lnTo>
                <a:cubicBezTo>
                  <a:pt x="88087" y="275367"/>
                  <a:pt x="79838" y="283616"/>
                  <a:pt x="79838" y="293789"/>
                </a:cubicBezTo>
                <a:cubicBezTo>
                  <a:pt x="79838" y="303961"/>
                  <a:pt x="88087" y="312210"/>
                  <a:pt x="98259" y="312210"/>
                </a:cubicBezTo>
                <a:lnTo>
                  <a:pt x="231886" y="312210"/>
                </a:lnTo>
                <a:cubicBezTo>
                  <a:pt x="242058" y="312210"/>
                  <a:pt x="250307" y="303961"/>
                  <a:pt x="250307" y="293789"/>
                </a:cubicBezTo>
                <a:cubicBezTo>
                  <a:pt x="250307" y="283616"/>
                  <a:pt x="242058" y="275367"/>
                  <a:pt x="231886" y="275367"/>
                </a:cubicBezTo>
                <a:moveTo>
                  <a:pt x="350043" y="131178"/>
                </a:moveTo>
                <a:cubicBezTo>
                  <a:pt x="350043" y="148809"/>
                  <a:pt x="364340" y="163106"/>
                  <a:pt x="381981" y="163106"/>
                </a:cubicBezTo>
                <a:cubicBezTo>
                  <a:pt x="399611" y="163106"/>
                  <a:pt x="413908" y="148809"/>
                  <a:pt x="413908" y="131178"/>
                </a:cubicBezTo>
                <a:cubicBezTo>
                  <a:pt x="413908" y="113538"/>
                  <a:pt x="399611" y="99240"/>
                  <a:pt x="381981" y="99240"/>
                </a:cubicBezTo>
                <a:cubicBezTo>
                  <a:pt x="364340" y="99240"/>
                  <a:pt x="350043" y="113538"/>
                  <a:pt x="350043" y="131178"/>
                </a:cubicBezTo>
                <a:moveTo>
                  <a:pt x="552697" y="0"/>
                </a:moveTo>
                <a:lnTo>
                  <a:pt x="36842" y="0"/>
                </a:lnTo>
                <a:cubicBezTo>
                  <a:pt x="16497" y="0"/>
                  <a:pt x="0" y="16497"/>
                  <a:pt x="0" y="36842"/>
                </a:cubicBezTo>
                <a:lnTo>
                  <a:pt x="0" y="442160"/>
                </a:lnTo>
                <a:cubicBezTo>
                  <a:pt x="0" y="462514"/>
                  <a:pt x="16497" y="479002"/>
                  <a:pt x="36842" y="479002"/>
                </a:cubicBezTo>
                <a:lnTo>
                  <a:pt x="264071" y="479002"/>
                </a:lnTo>
                <a:cubicBezTo>
                  <a:pt x="267462" y="479002"/>
                  <a:pt x="270205" y="481755"/>
                  <a:pt x="270205" y="485146"/>
                </a:cubicBezTo>
                <a:lnTo>
                  <a:pt x="270205" y="534276"/>
                </a:lnTo>
                <a:cubicBezTo>
                  <a:pt x="270205" y="537667"/>
                  <a:pt x="267462" y="540419"/>
                  <a:pt x="264071" y="540419"/>
                </a:cubicBezTo>
                <a:lnTo>
                  <a:pt x="184232" y="540419"/>
                </a:lnTo>
                <a:cubicBezTo>
                  <a:pt x="170668" y="540419"/>
                  <a:pt x="159667" y="551411"/>
                  <a:pt x="159667" y="564984"/>
                </a:cubicBezTo>
                <a:cubicBezTo>
                  <a:pt x="159667" y="578548"/>
                  <a:pt x="170668" y="589549"/>
                  <a:pt x="184232" y="589549"/>
                </a:cubicBezTo>
                <a:lnTo>
                  <a:pt x="405317" y="589549"/>
                </a:lnTo>
                <a:cubicBezTo>
                  <a:pt x="418880" y="589549"/>
                  <a:pt x="429882" y="578548"/>
                  <a:pt x="429882" y="564984"/>
                </a:cubicBezTo>
                <a:cubicBezTo>
                  <a:pt x="429882" y="551411"/>
                  <a:pt x="418880" y="540419"/>
                  <a:pt x="405317" y="540419"/>
                </a:cubicBezTo>
                <a:lnTo>
                  <a:pt x="325478" y="540419"/>
                </a:lnTo>
                <a:cubicBezTo>
                  <a:pt x="322087" y="540419"/>
                  <a:pt x="319335" y="537667"/>
                  <a:pt x="319335" y="534276"/>
                </a:cubicBezTo>
                <a:lnTo>
                  <a:pt x="319335" y="485146"/>
                </a:lnTo>
                <a:cubicBezTo>
                  <a:pt x="319335" y="481755"/>
                  <a:pt x="322087" y="479002"/>
                  <a:pt x="325478" y="479002"/>
                </a:cubicBezTo>
                <a:lnTo>
                  <a:pt x="552697" y="479002"/>
                </a:lnTo>
                <a:cubicBezTo>
                  <a:pt x="573052" y="479002"/>
                  <a:pt x="589549" y="462514"/>
                  <a:pt x="589549" y="442160"/>
                </a:cubicBezTo>
                <a:lnTo>
                  <a:pt x="589549" y="36842"/>
                </a:lnTo>
                <a:cubicBezTo>
                  <a:pt x="589549" y="16497"/>
                  <a:pt x="573052" y="0"/>
                  <a:pt x="552697" y="0"/>
                </a:cubicBezTo>
                <a:moveTo>
                  <a:pt x="316639" y="380752"/>
                </a:moveTo>
                <a:lnTo>
                  <a:pt x="316639" y="307057"/>
                </a:lnTo>
                <a:lnTo>
                  <a:pt x="379771" y="245640"/>
                </a:lnTo>
                <a:cubicBezTo>
                  <a:pt x="396497" y="234191"/>
                  <a:pt x="418547" y="234191"/>
                  <a:pt x="435282" y="245640"/>
                </a:cubicBezTo>
                <a:lnTo>
                  <a:pt x="540419" y="319335"/>
                </a:lnTo>
                <a:lnTo>
                  <a:pt x="540419" y="368465"/>
                </a:lnTo>
                <a:cubicBezTo>
                  <a:pt x="540419" y="375246"/>
                  <a:pt x="534923" y="380752"/>
                  <a:pt x="528132" y="380752"/>
                </a:cubicBezTo>
                <a:lnTo>
                  <a:pt x="316639" y="380752"/>
                </a:lnTo>
                <a:moveTo>
                  <a:pt x="540419" y="61407"/>
                </a:moveTo>
                <a:lnTo>
                  <a:pt x="540419" y="273891"/>
                </a:lnTo>
                <a:lnTo>
                  <a:pt x="457885" y="216655"/>
                </a:lnTo>
                <a:cubicBezTo>
                  <a:pt x="426834" y="193271"/>
                  <a:pt x="383762" y="194395"/>
                  <a:pt x="353977" y="219360"/>
                </a:cubicBezTo>
                <a:lnTo>
                  <a:pt x="316639" y="255717"/>
                </a:lnTo>
                <a:lnTo>
                  <a:pt x="316639" y="49129"/>
                </a:lnTo>
                <a:lnTo>
                  <a:pt x="528132" y="49129"/>
                </a:lnTo>
                <a:cubicBezTo>
                  <a:pt x="534923" y="49129"/>
                  <a:pt x="540419" y="54625"/>
                  <a:pt x="540419" y="61407"/>
                </a:cubicBezTo>
                <a:moveTo>
                  <a:pt x="61407" y="380752"/>
                </a:moveTo>
                <a:cubicBezTo>
                  <a:pt x="54625" y="380752"/>
                  <a:pt x="49129" y="375246"/>
                  <a:pt x="49129" y="368465"/>
                </a:cubicBezTo>
                <a:lnTo>
                  <a:pt x="49129" y="61407"/>
                </a:lnTo>
                <a:cubicBezTo>
                  <a:pt x="49129" y="54625"/>
                  <a:pt x="54625" y="49129"/>
                  <a:pt x="61407" y="49129"/>
                </a:cubicBezTo>
                <a:lnTo>
                  <a:pt x="279539" y="49129"/>
                </a:lnTo>
                <a:lnTo>
                  <a:pt x="279539" y="380752"/>
                </a:lnTo>
                <a:lnTo>
                  <a:pt x="61407" y="380752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2816169" y="3090991"/>
            <a:ext cx="564984" cy="589549"/>
          </a:xfrm>
          <a:custGeom>
            <a:rect b="b" l="l" r="r" t="t"/>
            <a:pathLst>
              <a:path extrusionOk="0" h="589549" w="564984">
                <a:moveTo>
                  <a:pt x="244668" y="486622"/>
                </a:moveTo>
                <a:cubicBezTo>
                  <a:pt x="251279" y="486727"/>
                  <a:pt x="257660" y="484155"/>
                  <a:pt x="262356" y="479498"/>
                </a:cubicBezTo>
                <a:lnTo>
                  <a:pt x="429882" y="312210"/>
                </a:lnTo>
                <a:cubicBezTo>
                  <a:pt x="439645" y="302171"/>
                  <a:pt x="439426" y="286121"/>
                  <a:pt x="429387" y="276358"/>
                </a:cubicBezTo>
                <a:cubicBezTo>
                  <a:pt x="419347" y="266585"/>
                  <a:pt x="403298" y="266804"/>
                  <a:pt x="393525" y="276844"/>
                </a:cubicBezTo>
                <a:lnTo>
                  <a:pt x="243687" y="426929"/>
                </a:lnTo>
                <a:lnTo>
                  <a:pt x="194557" y="377799"/>
                </a:lnTo>
                <a:cubicBezTo>
                  <a:pt x="189938" y="373151"/>
                  <a:pt x="183661" y="370532"/>
                  <a:pt x="177117" y="370532"/>
                </a:cubicBezTo>
                <a:cubicBezTo>
                  <a:pt x="170564" y="370532"/>
                  <a:pt x="164287" y="373151"/>
                  <a:pt x="159677" y="377799"/>
                </a:cubicBezTo>
                <a:cubicBezTo>
                  <a:pt x="150152" y="387381"/>
                  <a:pt x="150152" y="402859"/>
                  <a:pt x="159677" y="412442"/>
                </a:cubicBezTo>
                <a:lnTo>
                  <a:pt x="227228" y="479498"/>
                </a:lnTo>
                <a:cubicBezTo>
                  <a:pt x="231857" y="484098"/>
                  <a:pt x="238134" y="486660"/>
                  <a:pt x="244668" y="486622"/>
                </a:cubicBezTo>
                <a:moveTo>
                  <a:pt x="515854" y="73694"/>
                </a:moveTo>
                <a:lnTo>
                  <a:pt x="448303" y="73694"/>
                </a:lnTo>
                <a:cubicBezTo>
                  <a:pt x="444912" y="73694"/>
                  <a:pt x="442169" y="70942"/>
                  <a:pt x="442169" y="67551"/>
                </a:cubicBezTo>
                <a:lnTo>
                  <a:pt x="442169" y="24564"/>
                </a:lnTo>
                <a:cubicBezTo>
                  <a:pt x="442169" y="11001"/>
                  <a:pt x="431168" y="0"/>
                  <a:pt x="417604" y="0"/>
                </a:cubicBezTo>
                <a:cubicBezTo>
                  <a:pt x="404031" y="0"/>
                  <a:pt x="393039" y="11001"/>
                  <a:pt x="393039" y="24564"/>
                </a:cubicBezTo>
                <a:lnTo>
                  <a:pt x="393039" y="141246"/>
                </a:lnTo>
                <a:cubicBezTo>
                  <a:pt x="392906" y="151361"/>
                  <a:pt x="384733" y="159534"/>
                  <a:pt x="374608" y="159667"/>
                </a:cubicBezTo>
                <a:cubicBezTo>
                  <a:pt x="364493" y="159534"/>
                  <a:pt x="356320" y="151361"/>
                  <a:pt x="356187" y="141246"/>
                </a:cubicBezTo>
                <a:lnTo>
                  <a:pt x="356187" y="85972"/>
                </a:lnTo>
                <a:cubicBezTo>
                  <a:pt x="356187" y="79190"/>
                  <a:pt x="350691" y="73694"/>
                  <a:pt x="343909" y="73694"/>
                </a:cubicBezTo>
                <a:lnTo>
                  <a:pt x="190376" y="73694"/>
                </a:lnTo>
                <a:cubicBezTo>
                  <a:pt x="186985" y="73694"/>
                  <a:pt x="184242" y="70942"/>
                  <a:pt x="184242" y="67551"/>
                </a:cubicBezTo>
                <a:lnTo>
                  <a:pt x="184242" y="24564"/>
                </a:lnTo>
                <a:cubicBezTo>
                  <a:pt x="184242" y="11001"/>
                  <a:pt x="173240" y="0"/>
                  <a:pt x="159677" y="0"/>
                </a:cubicBezTo>
                <a:cubicBezTo>
                  <a:pt x="146103" y="0"/>
                  <a:pt x="135112" y="11001"/>
                  <a:pt x="135112" y="24564"/>
                </a:cubicBezTo>
                <a:lnTo>
                  <a:pt x="135112" y="141246"/>
                </a:lnTo>
                <a:cubicBezTo>
                  <a:pt x="134978" y="151361"/>
                  <a:pt x="126806" y="159534"/>
                  <a:pt x="116681" y="159667"/>
                </a:cubicBezTo>
                <a:cubicBezTo>
                  <a:pt x="106565" y="159534"/>
                  <a:pt x="98393" y="151361"/>
                  <a:pt x="98259" y="141246"/>
                </a:cubicBezTo>
                <a:lnTo>
                  <a:pt x="98259" y="85972"/>
                </a:lnTo>
                <a:cubicBezTo>
                  <a:pt x="98259" y="79190"/>
                  <a:pt x="92763" y="73694"/>
                  <a:pt x="85982" y="73694"/>
                </a:cubicBezTo>
                <a:lnTo>
                  <a:pt x="49129" y="73694"/>
                </a:lnTo>
                <a:cubicBezTo>
                  <a:pt x="22002" y="73694"/>
                  <a:pt x="0" y="95688"/>
                  <a:pt x="0" y="122824"/>
                </a:cubicBezTo>
                <a:lnTo>
                  <a:pt x="0" y="540419"/>
                </a:lnTo>
                <a:cubicBezTo>
                  <a:pt x="0" y="567547"/>
                  <a:pt x="22002" y="589549"/>
                  <a:pt x="49129" y="589549"/>
                </a:cubicBezTo>
                <a:lnTo>
                  <a:pt x="515854" y="589549"/>
                </a:lnTo>
                <a:cubicBezTo>
                  <a:pt x="542991" y="589549"/>
                  <a:pt x="564984" y="567547"/>
                  <a:pt x="564984" y="540419"/>
                </a:cubicBezTo>
                <a:lnTo>
                  <a:pt x="564984" y="122824"/>
                </a:lnTo>
                <a:cubicBezTo>
                  <a:pt x="564984" y="95688"/>
                  <a:pt x="542991" y="73694"/>
                  <a:pt x="515854" y="73694"/>
                </a:cubicBezTo>
                <a:moveTo>
                  <a:pt x="503577" y="540419"/>
                </a:moveTo>
                <a:lnTo>
                  <a:pt x="61417" y="540419"/>
                </a:lnTo>
                <a:cubicBezTo>
                  <a:pt x="54635" y="540419"/>
                  <a:pt x="49129" y="534923"/>
                  <a:pt x="49129" y="528132"/>
                </a:cubicBezTo>
                <a:lnTo>
                  <a:pt x="49129" y="233362"/>
                </a:lnTo>
                <a:cubicBezTo>
                  <a:pt x="49129" y="226580"/>
                  <a:pt x="54635" y="221084"/>
                  <a:pt x="61417" y="221084"/>
                </a:cubicBezTo>
                <a:lnTo>
                  <a:pt x="503577" y="221084"/>
                </a:lnTo>
                <a:cubicBezTo>
                  <a:pt x="510359" y="221084"/>
                  <a:pt x="515854" y="226580"/>
                  <a:pt x="515854" y="233362"/>
                </a:cubicBezTo>
                <a:lnTo>
                  <a:pt x="515854" y="528132"/>
                </a:lnTo>
                <a:cubicBezTo>
                  <a:pt x="515854" y="534923"/>
                  <a:pt x="510359" y="540419"/>
                  <a:pt x="503577" y="540419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5770297" y="3083895"/>
            <a:ext cx="581682" cy="578510"/>
          </a:xfrm>
          <a:custGeom>
            <a:rect b="b" l="l" r="r" t="t"/>
            <a:pathLst>
              <a:path extrusionOk="0" h="578510" w="581682">
                <a:moveTo>
                  <a:pt x="478488" y="59340"/>
                </a:moveTo>
                <a:lnTo>
                  <a:pt x="468172" y="28394"/>
                </a:lnTo>
                <a:cubicBezTo>
                  <a:pt x="460438" y="0"/>
                  <a:pt x="421747" y="0"/>
                  <a:pt x="416585" y="28394"/>
                </a:cubicBezTo>
                <a:lnTo>
                  <a:pt x="406250" y="59340"/>
                </a:lnTo>
                <a:cubicBezTo>
                  <a:pt x="403669" y="72237"/>
                  <a:pt x="390772" y="77400"/>
                  <a:pt x="380457" y="74818"/>
                </a:cubicBezTo>
                <a:lnTo>
                  <a:pt x="349500" y="67084"/>
                </a:lnTo>
                <a:cubicBezTo>
                  <a:pt x="321106" y="59340"/>
                  <a:pt x="303047" y="92878"/>
                  <a:pt x="321106" y="113509"/>
                </a:cubicBezTo>
                <a:lnTo>
                  <a:pt x="341737" y="141903"/>
                </a:lnTo>
                <a:cubicBezTo>
                  <a:pt x="349491" y="149780"/>
                  <a:pt x="349491" y="162420"/>
                  <a:pt x="341737" y="170306"/>
                </a:cubicBezTo>
                <a:lnTo>
                  <a:pt x="321649" y="190376"/>
                </a:lnTo>
                <a:cubicBezTo>
                  <a:pt x="337461" y="202215"/>
                  <a:pt x="348738" y="219122"/>
                  <a:pt x="353577" y="238267"/>
                </a:cubicBezTo>
                <a:lnTo>
                  <a:pt x="377875" y="232200"/>
                </a:lnTo>
                <a:cubicBezTo>
                  <a:pt x="388191" y="229628"/>
                  <a:pt x="401088" y="237363"/>
                  <a:pt x="403669" y="247678"/>
                </a:cubicBezTo>
                <a:lnTo>
                  <a:pt x="413985" y="278653"/>
                </a:lnTo>
                <a:cubicBezTo>
                  <a:pt x="417014" y="291160"/>
                  <a:pt x="428215" y="299961"/>
                  <a:pt x="441083" y="299961"/>
                </a:cubicBezTo>
                <a:cubicBezTo>
                  <a:pt x="453942" y="299961"/>
                  <a:pt x="465143" y="291160"/>
                  <a:pt x="468172" y="278653"/>
                </a:cubicBezTo>
                <a:lnTo>
                  <a:pt x="478488" y="247707"/>
                </a:lnTo>
                <a:cubicBezTo>
                  <a:pt x="481069" y="234781"/>
                  <a:pt x="493966" y="229628"/>
                  <a:pt x="504282" y="232229"/>
                </a:cubicBezTo>
                <a:lnTo>
                  <a:pt x="535238" y="234781"/>
                </a:lnTo>
                <a:cubicBezTo>
                  <a:pt x="563632" y="242544"/>
                  <a:pt x="581682" y="208988"/>
                  <a:pt x="563632" y="188356"/>
                </a:cubicBezTo>
                <a:lnTo>
                  <a:pt x="540419" y="165115"/>
                </a:lnTo>
                <a:cubicBezTo>
                  <a:pt x="532685" y="157248"/>
                  <a:pt x="532685" y="144618"/>
                  <a:pt x="540419" y="136750"/>
                </a:cubicBezTo>
                <a:lnTo>
                  <a:pt x="563632" y="113538"/>
                </a:lnTo>
                <a:cubicBezTo>
                  <a:pt x="581682" y="92897"/>
                  <a:pt x="563632" y="61922"/>
                  <a:pt x="535257" y="67103"/>
                </a:cubicBezTo>
                <a:lnTo>
                  <a:pt x="504310" y="74818"/>
                </a:lnTo>
                <a:cubicBezTo>
                  <a:pt x="493995" y="77400"/>
                  <a:pt x="481069" y="69665"/>
                  <a:pt x="478488" y="59340"/>
                </a:cubicBezTo>
                <a:moveTo>
                  <a:pt x="441083" y="192214"/>
                </a:moveTo>
                <a:cubicBezTo>
                  <a:pt x="420081" y="191681"/>
                  <a:pt x="403345" y="174517"/>
                  <a:pt x="403345" y="153514"/>
                </a:cubicBezTo>
                <a:cubicBezTo>
                  <a:pt x="403345" y="132511"/>
                  <a:pt x="420081" y="115338"/>
                  <a:pt x="441083" y="114814"/>
                </a:cubicBezTo>
                <a:cubicBezTo>
                  <a:pt x="462457" y="114814"/>
                  <a:pt x="479793" y="132140"/>
                  <a:pt x="479793" y="153523"/>
                </a:cubicBezTo>
                <a:cubicBezTo>
                  <a:pt x="479793" y="174907"/>
                  <a:pt x="462457" y="192243"/>
                  <a:pt x="441083" y="192243"/>
                </a:cubicBezTo>
                <a:moveTo>
                  <a:pt x="319335" y="529389"/>
                </a:moveTo>
                <a:cubicBezTo>
                  <a:pt x="319335" y="556402"/>
                  <a:pt x="297227" y="578510"/>
                  <a:pt x="270205" y="578510"/>
                </a:cubicBezTo>
                <a:lnTo>
                  <a:pt x="49129" y="578510"/>
                </a:lnTo>
                <a:cubicBezTo>
                  <a:pt x="22107" y="578510"/>
                  <a:pt x="0" y="556402"/>
                  <a:pt x="0" y="529389"/>
                </a:cubicBezTo>
                <a:lnTo>
                  <a:pt x="0" y="259175"/>
                </a:lnTo>
                <a:cubicBezTo>
                  <a:pt x="0" y="232152"/>
                  <a:pt x="22107" y="210045"/>
                  <a:pt x="49129" y="210045"/>
                </a:cubicBezTo>
                <a:lnTo>
                  <a:pt x="270205" y="210045"/>
                </a:lnTo>
                <a:cubicBezTo>
                  <a:pt x="297227" y="210045"/>
                  <a:pt x="319335" y="232152"/>
                  <a:pt x="319335" y="259175"/>
                </a:cubicBezTo>
                <a:lnTo>
                  <a:pt x="319335" y="529389"/>
                </a:lnTo>
                <a:moveTo>
                  <a:pt x="73694" y="271462"/>
                </a:moveTo>
                <a:cubicBezTo>
                  <a:pt x="66913" y="271462"/>
                  <a:pt x="61407" y="276958"/>
                  <a:pt x="61407" y="283740"/>
                </a:cubicBezTo>
                <a:lnTo>
                  <a:pt x="61407" y="341766"/>
                </a:lnTo>
                <a:cubicBezTo>
                  <a:pt x="61407" y="348548"/>
                  <a:pt x="66913" y="354044"/>
                  <a:pt x="73694" y="354044"/>
                </a:cubicBezTo>
                <a:lnTo>
                  <a:pt x="245640" y="354044"/>
                </a:lnTo>
                <a:cubicBezTo>
                  <a:pt x="252431" y="354044"/>
                  <a:pt x="257927" y="348548"/>
                  <a:pt x="257927" y="341766"/>
                </a:cubicBezTo>
                <a:lnTo>
                  <a:pt x="257927" y="283721"/>
                </a:lnTo>
                <a:cubicBezTo>
                  <a:pt x="257927" y="276929"/>
                  <a:pt x="252431" y="271433"/>
                  <a:pt x="245640" y="271433"/>
                </a:cubicBezTo>
                <a:lnTo>
                  <a:pt x="73694" y="271433"/>
                </a:lnTo>
                <a:moveTo>
                  <a:pt x="78609" y="446970"/>
                </a:moveTo>
                <a:cubicBezTo>
                  <a:pt x="91430" y="446970"/>
                  <a:pt x="101822" y="436578"/>
                  <a:pt x="101822" y="423757"/>
                </a:cubicBezTo>
                <a:cubicBezTo>
                  <a:pt x="101822" y="410937"/>
                  <a:pt x="91430" y="400545"/>
                  <a:pt x="78609" y="400545"/>
                </a:cubicBezTo>
                <a:cubicBezTo>
                  <a:pt x="65789" y="400545"/>
                  <a:pt x="55397" y="410937"/>
                  <a:pt x="55397" y="423757"/>
                </a:cubicBezTo>
                <a:cubicBezTo>
                  <a:pt x="55397" y="436578"/>
                  <a:pt x="65789" y="446970"/>
                  <a:pt x="78609" y="446970"/>
                </a:cubicBezTo>
                <a:moveTo>
                  <a:pt x="182879" y="423738"/>
                </a:moveTo>
                <a:cubicBezTo>
                  <a:pt x="182879" y="410918"/>
                  <a:pt x="172488" y="400516"/>
                  <a:pt x="159667" y="400516"/>
                </a:cubicBezTo>
                <a:cubicBezTo>
                  <a:pt x="146846" y="400516"/>
                  <a:pt x="136455" y="410918"/>
                  <a:pt x="136455" y="423738"/>
                </a:cubicBezTo>
                <a:cubicBezTo>
                  <a:pt x="136455" y="436559"/>
                  <a:pt x="146846" y="446951"/>
                  <a:pt x="159667" y="446951"/>
                </a:cubicBezTo>
                <a:cubicBezTo>
                  <a:pt x="172488" y="446951"/>
                  <a:pt x="182879" y="436559"/>
                  <a:pt x="182879" y="423738"/>
                </a:cubicBezTo>
                <a:moveTo>
                  <a:pt x="238277" y="446970"/>
                </a:moveTo>
                <a:cubicBezTo>
                  <a:pt x="251098" y="446970"/>
                  <a:pt x="261489" y="436578"/>
                  <a:pt x="261489" y="423757"/>
                </a:cubicBezTo>
                <a:cubicBezTo>
                  <a:pt x="261489" y="410937"/>
                  <a:pt x="251098" y="400545"/>
                  <a:pt x="238277" y="400545"/>
                </a:cubicBezTo>
                <a:cubicBezTo>
                  <a:pt x="225456" y="400545"/>
                  <a:pt x="215064" y="410937"/>
                  <a:pt x="215064" y="423757"/>
                </a:cubicBezTo>
                <a:cubicBezTo>
                  <a:pt x="215064" y="436578"/>
                  <a:pt x="225456" y="446970"/>
                  <a:pt x="238277" y="446970"/>
                </a:cubicBezTo>
                <a:moveTo>
                  <a:pt x="101822" y="497424"/>
                </a:moveTo>
                <a:cubicBezTo>
                  <a:pt x="101822" y="484603"/>
                  <a:pt x="91430" y="474211"/>
                  <a:pt x="78609" y="474211"/>
                </a:cubicBezTo>
                <a:cubicBezTo>
                  <a:pt x="65789" y="474211"/>
                  <a:pt x="55397" y="484603"/>
                  <a:pt x="55397" y="497424"/>
                </a:cubicBezTo>
                <a:cubicBezTo>
                  <a:pt x="55397" y="510244"/>
                  <a:pt x="65789" y="520636"/>
                  <a:pt x="78609" y="520636"/>
                </a:cubicBezTo>
                <a:cubicBezTo>
                  <a:pt x="91430" y="520636"/>
                  <a:pt x="101822" y="510244"/>
                  <a:pt x="101822" y="497424"/>
                </a:cubicBezTo>
                <a:moveTo>
                  <a:pt x="159667" y="520665"/>
                </a:moveTo>
                <a:cubicBezTo>
                  <a:pt x="172488" y="520665"/>
                  <a:pt x="182879" y="510273"/>
                  <a:pt x="182879" y="497452"/>
                </a:cubicBezTo>
                <a:cubicBezTo>
                  <a:pt x="182879" y="484631"/>
                  <a:pt x="172488" y="474240"/>
                  <a:pt x="159667" y="474240"/>
                </a:cubicBezTo>
                <a:cubicBezTo>
                  <a:pt x="146846" y="474240"/>
                  <a:pt x="136455" y="484631"/>
                  <a:pt x="136455" y="497452"/>
                </a:cubicBezTo>
                <a:cubicBezTo>
                  <a:pt x="136455" y="510273"/>
                  <a:pt x="146846" y="520665"/>
                  <a:pt x="159667" y="520665"/>
                </a:cubicBezTo>
                <a:moveTo>
                  <a:pt x="261489" y="497424"/>
                </a:moveTo>
                <a:cubicBezTo>
                  <a:pt x="261489" y="484603"/>
                  <a:pt x="251098" y="474211"/>
                  <a:pt x="238277" y="474211"/>
                </a:cubicBezTo>
                <a:cubicBezTo>
                  <a:pt x="225456" y="474211"/>
                  <a:pt x="215064" y="484603"/>
                  <a:pt x="215064" y="497424"/>
                </a:cubicBezTo>
                <a:cubicBezTo>
                  <a:pt x="215064" y="510244"/>
                  <a:pt x="225456" y="520636"/>
                  <a:pt x="238277" y="520636"/>
                </a:cubicBezTo>
                <a:cubicBezTo>
                  <a:pt x="251098" y="520636"/>
                  <a:pt x="261489" y="510244"/>
                  <a:pt x="261489" y="497424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2905659" y="578647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 Flow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929472" y="1764506"/>
            <a:ext cx="1390650" cy="29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User Input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3839109" y="1764506"/>
            <a:ext cx="1466850" cy="29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Leap Check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7044021" y="1764506"/>
            <a:ext cx="952500" cy="29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Display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2436678" y="4270083"/>
            <a:ext cx="1323975" cy="29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Validation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5351077" y="4270083"/>
            <a:ext cx="1390650" cy="29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Processing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/>
          <p:nvPr/>
        </p:nvSpPr>
        <p:spPr>
          <a:xfrm>
            <a:off x="1143000" y="464764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384F61"/>
                </a:solidFill>
                <a:latin typeface="Merriweather"/>
                <a:ea typeface="Merriweather"/>
                <a:cs typeface="Merriweather"/>
                <a:sym typeface="Merriweather"/>
              </a:rPr>
              <a:t>Live Demo: The Interface in Action</a:t>
            </a:r>
            <a:endParaRPr/>
          </a:p>
        </p:txBody>
      </p:sp>
      <p:pic>
        <p:nvPicPr>
          <p:cNvPr id="299" name="Google Shape;2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025" y="1111114"/>
            <a:ext cx="5633841" cy="3973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/>
          <p:nvPr/>
        </p:nvSpPr>
        <p:spPr>
          <a:xfrm>
            <a:off x="746522" y="2502098"/>
            <a:ext cx="3450431" cy="900112"/>
          </a:xfrm>
          <a:custGeom>
            <a:rect b="b" l="l" r="r" t="t"/>
            <a:pathLst>
              <a:path extrusionOk="0" h="900112" w="3450431"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50"/>
                  <a:pt x="465743" y="150018"/>
                  <a:pt x="300037" y="150018"/>
                </a:cubicBezTo>
                <a:cubicBezTo>
                  <a:pt x="134331" y="150018"/>
                  <a:pt x="0" y="284350"/>
                  <a:pt x="0" y="450056"/>
                </a:cubicBezTo>
                <a:moveTo>
                  <a:pt x="300037" y="750093"/>
                </a:moveTo>
                <a:lnTo>
                  <a:pt x="300037" y="775096"/>
                </a:lnTo>
                <a:moveTo>
                  <a:pt x="3450431" y="775096"/>
                </a:moveTo>
                <a:lnTo>
                  <a:pt x="3450431" y="762595"/>
                </a:lnTo>
                <a:lnTo>
                  <a:pt x="3450431" y="750093"/>
                </a:lnTo>
                <a:moveTo>
                  <a:pt x="300037" y="150018"/>
                </a:moveTo>
                <a:lnTo>
                  <a:pt x="300037" y="125015"/>
                </a:lnTo>
                <a:cubicBezTo>
                  <a:pt x="300037" y="55971"/>
                  <a:pt x="356009" y="0"/>
                  <a:pt x="425053" y="0"/>
                </a:cubicBezTo>
                <a:lnTo>
                  <a:pt x="3325415" y="0"/>
                </a:lnTo>
                <a:cubicBezTo>
                  <a:pt x="3394459" y="0"/>
                  <a:pt x="3450431" y="55971"/>
                  <a:pt x="3450431" y="125015"/>
                </a:cubicBezTo>
                <a:lnTo>
                  <a:pt x="3450431" y="750093"/>
                </a:lnTo>
                <a:moveTo>
                  <a:pt x="300037" y="775096"/>
                </a:moveTo>
                <a:cubicBezTo>
                  <a:pt x="300037" y="844141"/>
                  <a:pt x="356009" y="900112"/>
                  <a:pt x="425053" y="900112"/>
                </a:cubicBezTo>
                <a:lnTo>
                  <a:pt x="3325415" y="900112"/>
                </a:lnTo>
                <a:cubicBezTo>
                  <a:pt x="3394459" y="900112"/>
                  <a:pt x="3450431" y="844141"/>
                  <a:pt x="3450431" y="775096"/>
                </a:cubicBezTo>
              </a:path>
            </a:pathLst>
          </a:custGeom>
          <a:noFill/>
          <a:ln cap="flat" cmpd="sng" w="3750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p20"/>
          <p:cNvGrpSpPr/>
          <p:nvPr/>
        </p:nvGrpSpPr>
        <p:grpSpPr>
          <a:xfrm>
            <a:off x="4346972" y="2852142"/>
            <a:ext cx="426719" cy="200025"/>
            <a:chOff x="4421981" y="2532459"/>
            <a:chExt cx="426719" cy="200025"/>
          </a:xfrm>
        </p:grpSpPr>
        <p:sp>
          <p:nvSpPr>
            <p:cNvPr id="306" name="Google Shape;306;p20"/>
            <p:cNvSpPr/>
            <p:nvPr/>
          </p:nvSpPr>
          <p:spPr>
            <a:xfrm>
              <a:off x="4421981" y="2632471"/>
              <a:ext cx="419195" cy="9525"/>
            </a:xfrm>
            <a:custGeom>
              <a:rect b="b" l="l" r="r" t="t"/>
              <a:pathLst>
                <a:path extrusionOk="0" h="9525" w="419195">
                  <a:moveTo>
                    <a:pt x="0" y="0"/>
                  </a:moveTo>
                  <a:lnTo>
                    <a:pt x="419195" y="0"/>
                  </a:lnTo>
                </a:path>
              </a:pathLst>
            </a:custGeom>
            <a:noFill/>
            <a:ln cap="flat" cmpd="sng" w="3750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4748688" y="2532459"/>
              <a:ext cx="100012" cy="200025"/>
            </a:xfrm>
            <a:custGeom>
              <a:rect b="b" l="l" r="r" t="t"/>
              <a:pathLst>
                <a:path extrusionOk="0" h="200025" w="100012">
                  <a:moveTo>
                    <a:pt x="0" y="200025"/>
                  </a:moveTo>
                  <a:lnTo>
                    <a:pt x="100012" y="100012"/>
                  </a:lnTo>
                  <a:lnTo>
                    <a:pt x="0" y="0"/>
                  </a:lnTo>
                </a:path>
              </a:pathLst>
            </a:custGeom>
            <a:noFill/>
            <a:ln cap="flat" cmpd="sng" w="3750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20"/>
          <p:cNvSpPr/>
          <p:nvPr/>
        </p:nvSpPr>
        <p:spPr>
          <a:xfrm>
            <a:off x="4947047" y="2502098"/>
            <a:ext cx="3450431" cy="900112"/>
          </a:xfrm>
          <a:custGeom>
            <a:rect b="b" l="l" r="r" t="t"/>
            <a:pathLst>
              <a:path extrusionOk="0" h="900112" w="3450431">
                <a:moveTo>
                  <a:pt x="3150393" y="750093"/>
                </a:moveTo>
                <a:lnTo>
                  <a:pt x="3150393" y="775096"/>
                </a:lnTo>
                <a:moveTo>
                  <a:pt x="0" y="775096"/>
                </a:moveTo>
                <a:lnTo>
                  <a:pt x="0" y="762595"/>
                </a:lnTo>
                <a:lnTo>
                  <a:pt x="0" y="750093"/>
                </a:lnTo>
                <a:moveTo>
                  <a:pt x="3150393" y="150018"/>
                </a:moveTo>
                <a:lnTo>
                  <a:pt x="3150393" y="125015"/>
                </a:lnTo>
                <a:cubicBezTo>
                  <a:pt x="3150393" y="55971"/>
                  <a:pt x="3094421" y="0"/>
                  <a:pt x="3025378" y="0"/>
                </a:cubicBezTo>
                <a:lnTo>
                  <a:pt x="125015" y="0"/>
                </a:lnTo>
                <a:cubicBezTo>
                  <a:pt x="55971" y="0"/>
                  <a:pt x="0" y="55971"/>
                  <a:pt x="0" y="125015"/>
                </a:cubicBezTo>
                <a:lnTo>
                  <a:pt x="0" y="750093"/>
                </a:lnTo>
                <a:moveTo>
                  <a:pt x="3150393" y="775096"/>
                </a:moveTo>
                <a:cubicBezTo>
                  <a:pt x="3150393" y="844141"/>
                  <a:pt x="3094421" y="900112"/>
                  <a:pt x="3025378" y="900112"/>
                </a:cubicBezTo>
                <a:lnTo>
                  <a:pt x="125015" y="900112"/>
                </a:lnTo>
                <a:cubicBezTo>
                  <a:pt x="55971" y="900112"/>
                  <a:pt x="0" y="844141"/>
                  <a:pt x="0" y="775096"/>
                </a:cubicBezTo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099" y="750093"/>
                  <a:pt x="3450431" y="615762"/>
                  <a:pt x="3450431" y="450056"/>
                </a:cubicBezTo>
                <a:cubicBezTo>
                  <a:pt x="3450431" y="284350"/>
                  <a:pt x="3316099" y="150018"/>
                  <a:pt x="3150393" y="150018"/>
                </a:cubicBezTo>
                <a:cubicBezTo>
                  <a:pt x="2984687" y="150018"/>
                  <a:pt x="2850356" y="284350"/>
                  <a:pt x="2850356" y="450056"/>
                </a:cubicBezTo>
              </a:path>
            </a:pathLst>
          </a:custGeom>
          <a:noFill/>
          <a:ln cap="flat" cmpd="sng" w="3750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746522" y="3552229"/>
            <a:ext cx="3450431" cy="900112"/>
          </a:xfrm>
          <a:custGeom>
            <a:rect b="b" l="l" r="r" t="t"/>
            <a:pathLst>
              <a:path extrusionOk="0" h="900112" w="3450431">
                <a:moveTo>
                  <a:pt x="0" y="450056"/>
                </a:moveTo>
                <a:cubicBezTo>
                  <a:pt x="0" y="615762"/>
                  <a:pt x="134331" y="750093"/>
                  <a:pt x="300037" y="750093"/>
                </a:cubicBezTo>
                <a:cubicBezTo>
                  <a:pt x="465743" y="750093"/>
                  <a:pt x="600075" y="615762"/>
                  <a:pt x="600075" y="450056"/>
                </a:cubicBezTo>
                <a:cubicBezTo>
                  <a:pt x="600075" y="284350"/>
                  <a:pt x="465743" y="150018"/>
                  <a:pt x="300037" y="150018"/>
                </a:cubicBezTo>
                <a:cubicBezTo>
                  <a:pt x="134331" y="150018"/>
                  <a:pt x="0" y="284350"/>
                  <a:pt x="0" y="450056"/>
                </a:cubicBezTo>
                <a:moveTo>
                  <a:pt x="300037" y="750093"/>
                </a:moveTo>
                <a:lnTo>
                  <a:pt x="300037" y="775096"/>
                </a:lnTo>
                <a:moveTo>
                  <a:pt x="3450431" y="775096"/>
                </a:moveTo>
                <a:lnTo>
                  <a:pt x="3450431" y="762595"/>
                </a:lnTo>
                <a:lnTo>
                  <a:pt x="3450431" y="750093"/>
                </a:lnTo>
                <a:moveTo>
                  <a:pt x="300037" y="150018"/>
                </a:moveTo>
                <a:lnTo>
                  <a:pt x="300037" y="125015"/>
                </a:lnTo>
                <a:cubicBezTo>
                  <a:pt x="300037" y="55971"/>
                  <a:pt x="356009" y="0"/>
                  <a:pt x="425053" y="0"/>
                </a:cubicBezTo>
                <a:lnTo>
                  <a:pt x="3325415" y="0"/>
                </a:lnTo>
                <a:cubicBezTo>
                  <a:pt x="3394459" y="0"/>
                  <a:pt x="3450431" y="55971"/>
                  <a:pt x="3450431" y="125015"/>
                </a:cubicBezTo>
                <a:lnTo>
                  <a:pt x="3450431" y="750093"/>
                </a:lnTo>
                <a:moveTo>
                  <a:pt x="300037" y="775096"/>
                </a:moveTo>
                <a:cubicBezTo>
                  <a:pt x="300037" y="844141"/>
                  <a:pt x="356009" y="900112"/>
                  <a:pt x="425053" y="900112"/>
                </a:cubicBezTo>
                <a:lnTo>
                  <a:pt x="3325415" y="900112"/>
                </a:lnTo>
                <a:cubicBezTo>
                  <a:pt x="3394459" y="900112"/>
                  <a:pt x="3450431" y="844141"/>
                  <a:pt x="3450431" y="775096"/>
                </a:cubicBezTo>
              </a:path>
            </a:pathLst>
          </a:custGeom>
          <a:noFill/>
          <a:ln cap="flat" cmpd="sng" w="3750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20"/>
          <p:cNvGrpSpPr/>
          <p:nvPr/>
        </p:nvGrpSpPr>
        <p:grpSpPr>
          <a:xfrm>
            <a:off x="4346972" y="3902273"/>
            <a:ext cx="426719" cy="200025"/>
            <a:chOff x="4421981" y="3582590"/>
            <a:chExt cx="426719" cy="200025"/>
          </a:xfrm>
        </p:grpSpPr>
        <p:sp>
          <p:nvSpPr>
            <p:cNvPr id="311" name="Google Shape;311;p20"/>
            <p:cNvSpPr/>
            <p:nvPr/>
          </p:nvSpPr>
          <p:spPr>
            <a:xfrm>
              <a:off x="4421981" y="3682603"/>
              <a:ext cx="419195" cy="9525"/>
            </a:xfrm>
            <a:custGeom>
              <a:rect b="b" l="l" r="r" t="t"/>
              <a:pathLst>
                <a:path extrusionOk="0" h="9525" w="419195">
                  <a:moveTo>
                    <a:pt x="0" y="0"/>
                  </a:moveTo>
                  <a:lnTo>
                    <a:pt x="419195" y="0"/>
                  </a:lnTo>
                </a:path>
              </a:pathLst>
            </a:custGeom>
            <a:noFill/>
            <a:ln cap="flat" cmpd="sng" w="3750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4748688" y="3582590"/>
              <a:ext cx="100012" cy="200025"/>
            </a:xfrm>
            <a:custGeom>
              <a:rect b="b" l="l" r="r" t="t"/>
              <a:pathLst>
                <a:path extrusionOk="0" h="200025" w="100012">
                  <a:moveTo>
                    <a:pt x="0" y="200025"/>
                  </a:moveTo>
                  <a:lnTo>
                    <a:pt x="100012" y="100012"/>
                  </a:lnTo>
                  <a:lnTo>
                    <a:pt x="0" y="0"/>
                  </a:lnTo>
                </a:path>
              </a:pathLst>
            </a:custGeom>
            <a:noFill/>
            <a:ln cap="flat" cmpd="sng" w="37500">
              <a:solidFill>
                <a:srgbClr val="384F6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20"/>
          <p:cNvSpPr/>
          <p:nvPr/>
        </p:nvSpPr>
        <p:spPr>
          <a:xfrm>
            <a:off x="4947047" y="3552229"/>
            <a:ext cx="3450431" cy="900112"/>
          </a:xfrm>
          <a:custGeom>
            <a:rect b="b" l="l" r="r" t="t"/>
            <a:pathLst>
              <a:path extrusionOk="0" h="900112" w="3450431">
                <a:moveTo>
                  <a:pt x="3150393" y="750093"/>
                </a:moveTo>
                <a:lnTo>
                  <a:pt x="3150393" y="775096"/>
                </a:lnTo>
                <a:moveTo>
                  <a:pt x="0" y="775096"/>
                </a:moveTo>
                <a:lnTo>
                  <a:pt x="0" y="762595"/>
                </a:lnTo>
                <a:lnTo>
                  <a:pt x="0" y="750093"/>
                </a:lnTo>
                <a:moveTo>
                  <a:pt x="3150393" y="150018"/>
                </a:moveTo>
                <a:lnTo>
                  <a:pt x="3150393" y="125015"/>
                </a:lnTo>
                <a:cubicBezTo>
                  <a:pt x="3150393" y="55971"/>
                  <a:pt x="3094421" y="0"/>
                  <a:pt x="3025378" y="0"/>
                </a:cubicBezTo>
                <a:lnTo>
                  <a:pt x="125015" y="0"/>
                </a:lnTo>
                <a:cubicBezTo>
                  <a:pt x="55971" y="0"/>
                  <a:pt x="0" y="55971"/>
                  <a:pt x="0" y="125015"/>
                </a:cubicBezTo>
                <a:lnTo>
                  <a:pt x="0" y="750093"/>
                </a:lnTo>
                <a:moveTo>
                  <a:pt x="3150393" y="775096"/>
                </a:moveTo>
                <a:cubicBezTo>
                  <a:pt x="3150393" y="844141"/>
                  <a:pt x="3094421" y="900112"/>
                  <a:pt x="3025378" y="900112"/>
                </a:cubicBezTo>
                <a:lnTo>
                  <a:pt x="125015" y="900112"/>
                </a:lnTo>
                <a:cubicBezTo>
                  <a:pt x="55971" y="900112"/>
                  <a:pt x="0" y="844141"/>
                  <a:pt x="0" y="775096"/>
                </a:cubicBezTo>
                <a:moveTo>
                  <a:pt x="2850356" y="450056"/>
                </a:moveTo>
                <a:cubicBezTo>
                  <a:pt x="2850356" y="615762"/>
                  <a:pt x="2984687" y="750093"/>
                  <a:pt x="3150393" y="750093"/>
                </a:cubicBezTo>
                <a:cubicBezTo>
                  <a:pt x="3316099" y="750093"/>
                  <a:pt x="3450431" y="615762"/>
                  <a:pt x="3450431" y="450056"/>
                </a:cubicBezTo>
                <a:cubicBezTo>
                  <a:pt x="3450431" y="284350"/>
                  <a:pt x="3316099" y="150018"/>
                  <a:pt x="3150393" y="150018"/>
                </a:cubicBezTo>
                <a:cubicBezTo>
                  <a:pt x="2984687" y="150018"/>
                  <a:pt x="2850356" y="284350"/>
                  <a:pt x="2850356" y="450056"/>
                </a:cubicBezTo>
              </a:path>
            </a:pathLst>
          </a:custGeom>
          <a:noFill/>
          <a:ln cap="flat" cmpd="sng" w="37500">
            <a:solidFill>
              <a:srgbClr val="38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921544" y="2802126"/>
            <a:ext cx="250040" cy="300047"/>
          </a:xfrm>
          <a:custGeom>
            <a:rect b="b" l="l" r="r" t="t"/>
            <a:pathLst>
              <a:path extrusionOk="0" h="300047" w="250040">
                <a:moveTo>
                  <a:pt x="242658" y="61388"/>
                </a:moveTo>
                <a:lnTo>
                  <a:pt x="188652" y="7381"/>
                </a:lnTo>
                <a:cubicBezTo>
                  <a:pt x="183946" y="2657"/>
                  <a:pt x="177555" y="0"/>
                  <a:pt x="170897" y="9"/>
                </a:cubicBezTo>
                <a:lnTo>
                  <a:pt x="25003" y="9"/>
                </a:lnTo>
                <a:cubicBezTo>
                  <a:pt x="11191" y="9"/>
                  <a:pt x="0" y="11201"/>
                  <a:pt x="0" y="25012"/>
                </a:cubicBezTo>
                <a:lnTo>
                  <a:pt x="0" y="275043"/>
                </a:lnTo>
                <a:cubicBezTo>
                  <a:pt x="0" y="288855"/>
                  <a:pt x="11191" y="300047"/>
                  <a:pt x="25003" y="300047"/>
                </a:cubicBezTo>
                <a:lnTo>
                  <a:pt x="225028" y="300047"/>
                </a:lnTo>
                <a:cubicBezTo>
                  <a:pt x="238839" y="300047"/>
                  <a:pt x="250031" y="288855"/>
                  <a:pt x="250031" y="275043"/>
                </a:cubicBezTo>
                <a:lnTo>
                  <a:pt x="250031" y="79143"/>
                </a:lnTo>
                <a:cubicBezTo>
                  <a:pt x="250040" y="72485"/>
                  <a:pt x="247383" y="66093"/>
                  <a:pt x="242658" y="61388"/>
                </a:cubicBezTo>
                <a:moveTo>
                  <a:pt x="184394" y="162534"/>
                </a:moveTo>
                <a:cubicBezTo>
                  <a:pt x="184394" y="167706"/>
                  <a:pt x="180203" y="171907"/>
                  <a:pt x="175021" y="171907"/>
                </a:cubicBezTo>
                <a:cubicBezTo>
                  <a:pt x="169840" y="171907"/>
                  <a:pt x="165649" y="167706"/>
                  <a:pt x="165649" y="162534"/>
                </a:cubicBezTo>
                <a:lnTo>
                  <a:pt x="165649" y="150028"/>
                </a:lnTo>
                <a:cubicBezTo>
                  <a:pt x="165649" y="148304"/>
                  <a:pt x="164249" y="146904"/>
                  <a:pt x="162525" y="146904"/>
                </a:cubicBezTo>
                <a:lnTo>
                  <a:pt x="137521" y="146904"/>
                </a:lnTo>
                <a:cubicBezTo>
                  <a:pt x="135788" y="146904"/>
                  <a:pt x="134388" y="148304"/>
                  <a:pt x="134388" y="150028"/>
                </a:cubicBezTo>
                <a:lnTo>
                  <a:pt x="134388" y="231286"/>
                </a:lnTo>
                <a:cubicBezTo>
                  <a:pt x="134388" y="233010"/>
                  <a:pt x="135788" y="234410"/>
                  <a:pt x="137521" y="234410"/>
                </a:cubicBezTo>
                <a:lnTo>
                  <a:pt x="150018" y="234410"/>
                </a:lnTo>
                <a:cubicBezTo>
                  <a:pt x="155200" y="234410"/>
                  <a:pt x="159391" y="238610"/>
                  <a:pt x="159391" y="243792"/>
                </a:cubicBezTo>
                <a:cubicBezTo>
                  <a:pt x="159391" y="248964"/>
                  <a:pt x="155200" y="253164"/>
                  <a:pt x="150018" y="253164"/>
                </a:cubicBezTo>
                <a:lnTo>
                  <a:pt x="100012" y="253164"/>
                </a:lnTo>
                <a:cubicBezTo>
                  <a:pt x="94830" y="253164"/>
                  <a:pt x="90639" y="248964"/>
                  <a:pt x="90639" y="243792"/>
                </a:cubicBezTo>
                <a:cubicBezTo>
                  <a:pt x="90639" y="238610"/>
                  <a:pt x="94830" y="234410"/>
                  <a:pt x="100012" y="234410"/>
                </a:cubicBezTo>
                <a:lnTo>
                  <a:pt x="112518" y="234410"/>
                </a:lnTo>
                <a:cubicBezTo>
                  <a:pt x="114242" y="234410"/>
                  <a:pt x="115643" y="233010"/>
                  <a:pt x="115643" y="231286"/>
                </a:cubicBezTo>
                <a:lnTo>
                  <a:pt x="115643" y="150028"/>
                </a:lnTo>
                <a:cubicBezTo>
                  <a:pt x="115643" y="148304"/>
                  <a:pt x="114242" y="146904"/>
                  <a:pt x="112518" y="146904"/>
                </a:cubicBezTo>
                <a:lnTo>
                  <a:pt x="87515" y="146904"/>
                </a:lnTo>
                <a:cubicBezTo>
                  <a:pt x="85782" y="146904"/>
                  <a:pt x="84381" y="148304"/>
                  <a:pt x="84381" y="150028"/>
                </a:cubicBezTo>
                <a:lnTo>
                  <a:pt x="84381" y="162534"/>
                </a:lnTo>
                <a:cubicBezTo>
                  <a:pt x="84381" y="167706"/>
                  <a:pt x="80190" y="171907"/>
                  <a:pt x="75009" y="171907"/>
                </a:cubicBezTo>
                <a:cubicBezTo>
                  <a:pt x="69827" y="171907"/>
                  <a:pt x="65636" y="167706"/>
                  <a:pt x="65636" y="162534"/>
                </a:cubicBezTo>
                <a:lnTo>
                  <a:pt x="65636" y="143779"/>
                </a:lnTo>
                <a:cubicBezTo>
                  <a:pt x="65636" y="135150"/>
                  <a:pt x="72628" y="128149"/>
                  <a:pt x="81257" y="128149"/>
                </a:cubicBezTo>
                <a:lnTo>
                  <a:pt x="168773" y="128149"/>
                </a:lnTo>
                <a:cubicBezTo>
                  <a:pt x="177403" y="128149"/>
                  <a:pt x="184394" y="135150"/>
                  <a:pt x="184394" y="143779"/>
                </a:cubicBezTo>
                <a:lnTo>
                  <a:pt x="184394" y="162534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7947422" y="2802136"/>
            <a:ext cx="300037" cy="300037"/>
          </a:xfrm>
          <a:custGeom>
            <a:rect b="b" l="l" r="r" t="t"/>
            <a:pathLst>
              <a:path extrusionOk="0" h="300037" w="300037">
                <a:moveTo>
                  <a:pt x="262537" y="300037"/>
                </a:moveTo>
                <a:lnTo>
                  <a:pt x="37509" y="300037"/>
                </a:lnTo>
                <a:cubicBezTo>
                  <a:pt x="16792" y="300037"/>
                  <a:pt x="0" y="283244"/>
                  <a:pt x="0" y="262537"/>
                </a:cubicBezTo>
                <a:lnTo>
                  <a:pt x="0" y="37509"/>
                </a:lnTo>
                <a:cubicBezTo>
                  <a:pt x="0" y="16792"/>
                  <a:pt x="16792" y="0"/>
                  <a:pt x="37509" y="0"/>
                </a:cubicBezTo>
                <a:lnTo>
                  <a:pt x="262537" y="0"/>
                </a:lnTo>
                <a:cubicBezTo>
                  <a:pt x="283244" y="0"/>
                  <a:pt x="300037" y="16792"/>
                  <a:pt x="300037" y="37509"/>
                </a:cubicBezTo>
                <a:lnTo>
                  <a:pt x="300037" y="262537"/>
                </a:lnTo>
                <a:cubicBezTo>
                  <a:pt x="300037" y="283244"/>
                  <a:pt x="283244" y="300037"/>
                  <a:pt x="262537" y="300037"/>
                </a:cubicBezTo>
                <a:moveTo>
                  <a:pt x="37509" y="25003"/>
                </a:moveTo>
                <a:cubicBezTo>
                  <a:pt x="30603" y="25003"/>
                  <a:pt x="25003" y="30603"/>
                  <a:pt x="25003" y="37509"/>
                </a:cubicBezTo>
                <a:lnTo>
                  <a:pt x="25003" y="262537"/>
                </a:lnTo>
                <a:cubicBezTo>
                  <a:pt x="25003" y="269433"/>
                  <a:pt x="30603" y="275034"/>
                  <a:pt x="37509" y="275034"/>
                </a:cubicBezTo>
                <a:lnTo>
                  <a:pt x="262537" y="275034"/>
                </a:lnTo>
                <a:cubicBezTo>
                  <a:pt x="269433" y="275034"/>
                  <a:pt x="275034" y="269433"/>
                  <a:pt x="275034" y="262537"/>
                </a:cubicBezTo>
                <a:lnTo>
                  <a:pt x="275034" y="37509"/>
                </a:lnTo>
                <a:cubicBezTo>
                  <a:pt x="275034" y="30603"/>
                  <a:pt x="269433" y="25003"/>
                  <a:pt x="262537" y="25003"/>
                </a:cubicBezTo>
                <a:lnTo>
                  <a:pt x="37509" y="25003"/>
                </a:lnTo>
                <a:moveTo>
                  <a:pt x="56254" y="50006"/>
                </a:moveTo>
                <a:lnTo>
                  <a:pt x="93764" y="50006"/>
                </a:lnTo>
                <a:cubicBezTo>
                  <a:pt x="93764" y="50006"/>
                  <a:pt x="100012" y="50006"/>
                  <a:pt x="100012" y="56254"/>
                </a:cubicBezTo>
                <a:lnTo>
                  <a:pt x="100012" y="93764"/>
                </a:lnTo>
                <a:cubicBezTo>
                  <a:pt x="100012" y="93764"/>
                  <a:pt x="100012" y="100012"/>
                  <a:pt x="93764" y="100012"/>
                </a:cubicBezTo>
                <a:lnTo>
                  <a:pt x="56254" y="100012"/>
                </a:lnTo>
                <a:cubicBezTo>
                  <a:pt x="56254" y="100012"/>
                  <a:pt x="50006" y="100012"/>
                  <a:pt x="50006" y="93764"/>
                </a:cubicBezTo>
                <a:lnTo>
                  <a:pt x="50006" y="56254"/>
                </a:lnTo>
                <a:cubicBezTo>
                  <a:pt x="50006" y="56254"/>
                  <a:pt x="50006" y="50006"/>
                  <a:pt x="56254" y="50006"/>
                </a:cubicBezTo>
                <a:moveTo>
                  <a:pt x="131264" y="50006"/>
                </a:moveTo>
                <a:lnTo>
                  <a:pt x="168773" y="50006"/>
                </a:lnTo>
                <a:cubicBezTo>
                  <a:pt x="168773" y="50006"/>
                  <a:pt x="175021" y="50006"/>
                  <a:pt x="175021" y="56254"/>
                </a:cubicBezTo>
                <a:lnTo>
                  <a:pt x="175021" y="93764"/>
                </a:lnTo>
                <a:cubicBezTo>
                  <a:pt x="175021" y="93764"/>
                  <a:pt x="175021" y="100012"/>
                  <a:pt x="168773" y="100012"/>
                </a:cubicBezTo>
                <a:lnTo>
                  <a:pt x="131264" y="100012"/>
                </a:lnTo>
                <a:cubicBezTo>
                  <a:pt x="131264" y="100012"/>
                  <a:pt x="125015" y="100012"/>
                  <a:pt x="125015" y="93764"/>
                </a:cubicBezTo>
                <a:lnTo>
                  <a:pt x="125015" y="56254"/>
                </a:lnTo>
                <a:cubicBezTo>
                  <a:pt x="125015" y="56254"/>
                  <a:pt x="125015" y="50006"/>
                  <a:pt x="131264" y="50006"/>
                </a:cubicBezTo>
                <a:moveTo>
                  <a:pt x="206273" y="50006"/>
                </a:moveTo>
                <a:lnTo>
                  <a:pt x="243782" y="50006"/>
                </a:lnTo>
                <a:cubicBezTo>
                  <a:pt x="243782" y="50006"/>
                  <a:pt x="250031" y="50006"/>
                  <a:pt x="250031" y="56254"/>
                </a:cubicBezTo>
                <a:lnTo>
                  <a:pt x="250031" y="93764"/>
                </a:lnTo>
                <a:cubicBezTo>
                  <a:pt x="250031" y="93764"/>
                  <a:pt x="250031" y="100012"/>
                  <a:pt x="243782" y="100012"/>
                </a:cubicBezTo>
                <a:lnTo>
                  <a:pt x="206273" y="100012"/>
                </a:lnTo>
                <a:cubicBezTo>
                  <a:pt x="206273" y="100012"/>
                  <a:pt x="200025" y="100012"/>
                  <a:pt x="200025" y="93764"/>
                </a:cubicBezTo>
                <a:lnTo>
                  <a:pt x="200025" y="56254"/>
                </a:lnTo>
                <a:cubicBezTo>
                  <a:pt x="200025" y="56254"/>
                  <a:pt x="200025" y="50006"/>
                  <a:pt x="206273" y="50006"/>
                </a:cubicBezTo>
                <a:moveTo>
                  <a:pt x="56254" y="125015"/>
                </a:moveTo>
                <a:lnTo>
                  <a:pt x="93764" y="125015"/>
                </a:lnTo>
                <a:cubicBezTo>
                  <a:pt x="93764" y="125015"/>
                  <a:pt x="100012" y="125015"/>
                  <a:pt x="100012" y="131264"/>
                </a:cubicBezTo>
                <a:lnTo>
                  <a:pt x="100012" y="168773"/>
                </a:lnTo>
                <a:cubicBezTo>
                  <a:pt x="100012" y="168773"/>
                  <a:pt x="100012" y="175021"/>
                  <a:pt x="93764" y="175021"/>
                </a:cubicBezTo>
                <a:lnTo>
                  <a:pt x="56254" y="175021"/>
                </a:lnTo>
                <a:cubicBezTo>
                  <a:pt x="56254" y="175021"/>
                  <a:pt x="50006" y="175021"/>
                  <a:pt x="50006" y="168773"/>
                </a:cubicBezTo>
                <a:lnTo>
                  <a:pt x="50006" y="131264"/>
                </a:lnTo>
                <a:cubicBezTo>
                  <a:pt x="50006" y="131264"/>
                  <a:pt x="50006" y="125015"/>
                  <a:pt x="56254" y="125015"/>
                </a:cubicBezTo>
                <a:moveTo>
                  <a:pt x="131264" y="125015"/>
                </a:moveTo>
                <a:lnTo>
                  <a:pt x="168773" y="125015"/>
                </a:lnTo>
                <a:cubicBezTo>
                  <a:pt x="168773" y="125015"/>
                  <a:pt x="175021" y="125015"/>
                  <a:pt x="175021" y="131264"/>
                </a:cubicBezTo>
                <a:lnTo>
                  <a:pt x="175021" y="168773"/>
                </a:lnTo>
                <a:cubicBezTo>
                  <a:pt x="175021" y="168773"/>
                  <a:pt x="175021" y="175021"/>
                  <a:pt x="168773" y="175021"/>
                </a:cubicBezTo>
                <a:lnTo>
                  <a:pt x="131264" y="175021"/>
                </a:lnTo>
                <a:cubicBezTo>
                  <a:pt x="131264" y="175021"/>
                  <a:pt x="125015" y="175021"/>
                  <a:pt x="125015" y="168773"/>
                </a:cubicBezTo>
                <a:lnTo>
                  <a:pt x="125015" y="131264"/>
                </a:lnTo>
                <a:cubicBezTo>
                  <a:pt x="125015" y="131264"/>
                  <a:pt x="125015" y="125015"/>
                  <a:pt x="131264" y="125015"/>
                </a:cubicBezTo>
                <a:moveTo>
                  <a:pt x="206273" y="125015"/>
                </a:moveTo>
                <a:lnTo>
                  <a:pt x="243782" y="125015"/>
                </a:lnTo>
                <a:cubicBezTo>
                  <a:pt x="243782" y="125015"/>
                  <a:pt x="250031" y="125015"/>
                  <a:pt x="250031" y="131264"/>
                </a:cubicBezTo>
                <a:lnTo>
                  <a:pt x="250031" y="168773"/>
                </a:lnTo>
                <a:cubicBezTo>
                  <a:pt x="250031" y="168773"/>
                  <a:pt x="250031" y="175021"/>
                  <a:pt x="243782" y="175021"/>
                </a:cubicBezTo>
                <a:lnTo>
                  <a:pt x="206273" y="175021"/>
                </a:lnTo>
                <a:cubicBezTo>
                  <a:pt x="206273" y="175021"/>
                  <a:pt x="200025" y="175021"/>
                  <a:pt x="200025" y="168773"/>
                </a:cubicBezTo>
                <a:lnTo>
                  <a:pt x="200025" y="131264"/>
                </a:lnTo>
                <a:cubicBezTo>
                  <a:pt x="200025" y="131264"/>
                  <a:pt x="200025" y="125015"/>
                  <a:pt x="206273" y="125015"/>
                </a:cubicBezTo>
                <a:moveTo>
                  <a:pt x="56254" y="200025"/>
                </a:moveTo>
                <a:lnTo>
                  <a:pt x="93764" y="200025"/>
                </a:lnTo>
                <a:cubicBezTo>
                  <a:pt x="93764" y="200025"/>
                  <a:pt x="100012" y="200025"/>
                  <a:pt x="100012" y="206273"/>
                </a:cubicBezTo>
                <a:lnTo>
                  <a:pt x="100012" y="243782"/>
                </a:lnTo>
                <a:cubicBezTo>
                  <a:pt x="100012" y="243782"/>
                  <a:pt x="100012" y="250031"/>
                  <a:pt x="93764" y="250031"/>
                </a:cubicBezTo>
                <a:lnTo>
                  <a:pt x="56254" y="250031"/>
                </a:lnTo>
                <a:cubicBezTo>
                  <a:pt x="56254" y="250031"/>
                  <a:pt x="50006" y="250031"/>
                  <a:pt x="50006" y="243782"/>
                </a:cubicBezTo>
                <a:lnTo>
                  <a:pt x="50006" y="206273"/>
                </a:lnTo>
                <a:cubicBezTo>
                  <a:pt x="50006" y="206273"/>
                  <a:pt x="50006" y="200025"/>
                  <a:pt x="56254" y="200025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899665" y="3855391"/>
            <a:ext cx="293789" cy="293789"/>
          </a:xfrm>
          <a:custGeom>
            <a:rect b="b" l="l" r="r" t="t"/>
            <a:pathLst>
              <a:path extrusionOk="0" h="293789" w="293789">
                <a:moveTo>
                  <a:pt x="128139" y="137521"/>
                </a:moveTo>
                <a:cubicBezTo>
                  <a:pt x="129863" y="137521"/>
                  <a:pt x="131264" y="136121"/>
                  <a:pt x="131264" y="134397"/>
                </a:cubicBezTo>
                <a:lnTo>
                  <a:pt x="131264" y="3124"/>
                </a:lnTo>
                <a:cubicBezTo>
                  <a:pt x="131264" y="1400"/>
                  <a:pt x="129863" y="0"/>
                  <a:pt x="128139" y="0"/>
                </a:cubicBezTo>
                <a:lnTo>
                  <a:pt x="46882" y="0"/>
                </a:lnTo>
                <a:cubicBezTo>
                  <a:pt x="20993" y="0"/>
                  <a:pt x="0" y="20993"/>
                  <a:pt x="0" y="46882"/>
                </a:cubicBezTo>
                <a:lnTo>
                  <a:pt x="0" y="134397"/>
                </a:lnTo>
                <a:cubicBezTo>
                  <a:pt x="0" y="136121"/>
                  <a:pt x="1400" y="137521"/>
                  <a:pt x="3124" y="137521"/>
                </a:cubicBezTo>
                <a:lnTo>
                  <a:pt x="128139" y="137521"/>
                </a:lnTo>
                <a:moveTo>
                  <a:pt x="96888" y="87515"/>
                </a:moveTo>
                <a:lnTo>
                  <a:pt x="78133" y="87515"/>
                </a:lnTo>
                <a:cubicBezTo>
                  <a:pt x="76409" y="87515"/>
                  <a:pt x="75009" y="88915"/>
                  <a:pt x="75009" y="90639"/>
                </a:cubicBezTo>
                <a:lnTo>
                  <a:pt x="75009" y="109394"/>
                </a:lnTo>
                <a:cubicBezTo>
                  <a:pt x="75009" y="114566"/>
                  <a:pt x="70808" y="118767"/>
                  <a:pt x="65636" y="118767"/>
                </a:cubicBezTo>
                <a:cubicBezTo>
                  <a:pt x="60455" y="118767"/>
                  <a:pt x="56254" y="114566"/>
                  <a:pt x="56254" y="109394"/>
                </a:cubicBezTo>
                <a:lnTo>
                  <a:pt x="56254" y="90639"/>
                </a:lnTo>
                <a:cubicBezTo>
                  <a:pt x="56254" y="88915"/>
                  <a:pt x="54854" y="87515"/>
                  <a:pt x="53130" y="87515"/>
                </a:cubicBezTo>
                <a:lnTo>
                  <a:pt x="34385" y="87515"/>
                </a:lnTo>
                <a:cubicBezTo>
                  <a:pt x="29203" y="87515"/>
                  <a:pt x="25003" y="83315"/>
                  <a:pt x="25003" y="78133"/>
                </a:cubicBezTo>
                <a:cubicBezTo>
                  <a:pt x="25003" y="72961"/>
                  <a:pt x="29203" y="68760"/>
                  <a:pt x="34385" y="68760"/>
                </a:cubicBezTo>
                <a:lnTo>
                  <a:pt x="53130" y="68760"/>
                </a:lnTo>
                <a:cubicBezTo>
                  <a:pt x="54854" y="68760"/>
                  <a:pt x="56254" y="67360"/>
                  <a:pt x="56254" y="65636"/>
                </a:cubicBezTo>
                <a:lnTo>
                  <a:pt x="56254" y="46882"/>
                </a:lnTo>
                <a:cubicBezTo>
                  <a:pt x="56254" y="41700"/>
                  <a:pt x="60455" y="37509"/>
                  <a:pt x="65636" y="37509"/>
                </a:cubicBezTo>
                <a:cubicBezTo>
                  <a:pt x="70808" y="37509"/>
                  <a:pt x="75009" y="41700"/>
                  <a:pt x="75009" y="46882"/>
                </a:cubicBezTo>
                <a:lnTo>
                  <a:pt x="75009" y="65636"/>
                </a:lnTo>
                <a:cubicBezTo>
                  <a:pt x="75009" y="67360"/>
                  <a:pt x="76409" y="68760"/>
                  <a:pt x="78133" y="68760"/>
                </a:cubicBezTo>
                <a:lnTo>
                  <a:pt x="96888" y="68760"/>
                </a:lnTo>
                <a:cubicBezTo>
                  <a:pt x="102069" y="68760"/>
                  <a:pt x="106260" y="72961"/>
                  <a:pt x="106260" y="78133"/>
                </a:cubicBezTo>
                <a:cubicBezTo>
                  <a:pt x="106260" y="83315"/>
                  <a:pt x="102069" y="87515"/>
                  <a:pt x="96888" y="87515"/>
                </a:cubicBezTo>
                <a:moveTo>
                  <a:pt x="150018" y="134397"/>
                </a:moveTo>
                <a:cubicBezTo>
                  <a:pt x="150018" y="136121"/>
                  <a:pt x="151418" y="137521"/>
                  <a:pt x="153142" y="137521"/>
                </a:cubicBezTo>
                <a:lnTo>
                  <a:pt x="290664" y="137521"/>
                </a:lnTo>
                <a:cubicBezTo>
                  <a:pt x="292388" y="137521"/>
                  <a:pt x="293789" y="136121"/>
                  <a:pt x="293789" y="134397"/>
                </a:cubicBezTo>
                <a:lnTo>
                  <a:pt x="293789" y="46882"/>
                </a:lnTo>
                <a:cubicBezTo>
                  <a:pt x="293789" y="20993"/>
                  <a:pt x="272796" y="0"/>
                  <a:pt x="246907" y="0"/>
                </a:cubicBezTo>
                <a:lnTo>
                  <a:pt x="153142" y="0"/>
                </a:lnTo>
                <a:cubicBezTo>
                  <a:pt x="151418" y="0"/>
                  <a:pt x="150018" y="1400"/>
                  <a:pt x="150018" y="3124"/>
                </a:cubicBezTo>
                <a:lnTo>
                  <a:pt x="150018" y="134397"/>
                </a:lnTo>
                <a:moveTo>
                  <a:pt x="246907" y="87515"/>
                </a:moveTo>
                <a:lnTo>
                  <a:pt x="184404" y="87515"/>
                </a:lnTo>
                <a:cubicBezTo>
                  <a:pt x="179222" y="87515"/>
                  <a:pt x="175021" y="83315"/>
                  <a:pt x="175021" y="78133"/>
                </a:cubicBezTo>
                <a:cubicBezTo>
                  <a:pt x="175021" y="72961"/>
                  <a:pt x="179222" y="68760"/>
                  <a:pt x="184404" y="68760"/>
                </a:cubicBezTo>
                <a:lnTo>
                  <a:pt x="246907" y="68760"/>
                </a:lnTo>
                <a:cubicBezTo>
                  <a:pt x="252088" y="68760"/>
                  <a:pt x="256279" y="72961"/>
                  <a:pt x="256279" y="78133"/>
                </a:cubicBezTo>
                <a:cubicBezTo>
                  <a:pt x="256279" y="83315"/>
                  <a:pt x="252088" y="87515"/>
                  <a:pt x="246907" y="87515"/>
                </a:cubicBezTo>
                <a:moveTo>
                  <a:pt x="131264" y="159400"/>
                </a:moveTo>
                <a:cubicBezTo>
                  <a:pt x="131264" y="157667"/>
                  <a:pt x="129863" y="156267"/>
                  <a:pt x="128139" y="156267"/>
                </a:cubicBezTo>
                <a:lnTo>
                  <a:pt x="3124" y="156267"/>
                </a:lnTo>
                <a:cubicBezTo>
                  <a:pt x="1400" y="156267"/>
                  <a:pt x="0" y="157667"/>
                  <a:pt x="0" y="159400"/>
                </a:cubicBezTo>
                <a:lnTo>
                  <a:pt x="0" y="246907"/>
                </a:lnTo>
                <a:cubicBezTo>
                  <a:pt x="0" y="272796"/>
                  <a:pt x="20993" y="293789"/>
                  <a:pt x="46882" y="293789"/>
                </a:cubicBezTo>
                <a:lnTo>
                  <a:pt x="128139" y="293789"/>
                </a:lnTo>
                <a:cubicBezTo>
                  <a:pt x="129863" y="293789"/>
                  <a:pt x="131264" y="292388"/>
                  <a:pt x="131264" y="290664"/>
                </a:cubicBezTo>
                <a:lnTo>
                  <a:pt x="131264" y="159400"/>
                </a:lnTo>
                <a:moveTo>
                  <a:pt x="34385" y="196900"/>
                </a:moveTo>
                <a:cubicBezTo>
                  <a:pt x="30660" y="195129"/>
                  <a:pt x="28536" y="191128"/>
                  <a:pt x="29146" y="187051"/>
                </a:cubicBezTo>
                <a:cubicBezTo>
                  <a:pt x="29756" y="182975"/>
                  <a:pt x="32956" y="179774"/>
                  <a:pt x="37033" y="179165"/>
                </a:cubicBezTo>
                <a:cubicBezTo>
                  <a:pt x="41109" y="178555"/>
                  <a:pt x="45110" y="180679"/>
                  <a:pt x="46882" y="184404"/>
                </a:cubicBezTo>
                <a:lnTo>
                  <a:pt x="63007" y="200529"/>
                </a:lnTo>
                <a:cubicBezTo>
                  <a:pt x="63598" y="201139"/>
                  <a:pt x="64408" y="201482"/>
                  <a:pt x="65255" y="201482"/>
                </a:cubicBezTo>
                <a:cubicBezTo>
                  <a:pt x="66103" y="201482"/>
                  <a:pt x="66922" y="201139"/>
                  <a:pt x="67513" y="200529"/>
                </a:cubicBezTo>
                <a:lnTo>
                  <a:pt x="84391" y="184404"/>
                </a:lnTo>
                <a:cubicBezTo>
                  <a:pt x="86163" y="180679"/>
                  <a:pt x="90163" y="178555"/>
                  <a:pt x="94230" y="179165"/>
                </a:cubicBezTo>
                <a:cubicBezTo>
                  <a:pt x="98307" y="179774"/>
                  <a:pt x="101507" y="182975"/>
                  <a:pt x="102117" y="187051"/>
                </a:cubicBezTo>
                <a:cubicBezTo>
                  <a:pt x="102727" y="191128"/>
                  <a:pt x="100603" y="195129"/>
                  <a:pt x="96888" y="196900"/>
                </a:cubicBezTo>
                <a:lnTo>
                  <a:pt x="81133" y="213398"/>
                </a:lnTo>
                <a:cubicBezTo>
                  <a:pt x="80524" y="213988"/>
                  <a:pt x="80181" y="214807"/>
                  <a:pt x="80181" y="215655"/>
                </a:cubicBezTo>
                <a:cubicBezTo>
                  <a:pt x="80181" y="216503"/>
                  <a:pt x="80524" y="217312"/>
                  <a:pt x="81133" y="217903"/>
                </a:cubicBezTo>
                <a:lnTo>
                  <a:pt x="96888" y="234410"/>
                </a:lnTo>
                <a:cubicBezTo>
                  <a:pt x="100069" y="237963"/>
                  <a:pt x="100069" y="243344"/>
                  <a:pt x="96888" y="246907"/>
                </a:cubicBezTo>
                <a:cubicBezTo>
                  <a:pt x="93325" y="250088"/>
                  <a:pt x="87944" y="250088"/>
                  <a:pt x="84391" y="246907"/>
                </a:cubicBezTo>
                <a:lnTo>
                  <a:pt x="67884" y="231152"/>
                </a:lnTo>
                <a:cubicBezTo>
                  <a:pt x="67294" y="230543"/>
                  <a:pt x="66484" y="230200"/>
                  <a:pt x="65636" y="230200"/>
                </a:cubicBezTo>
                <a:cubicBezTo>
                  <a:pt x="64789" y="230200"/>
                  <a:pt x="63969" y="230543"/>
                  <a:pt x="63388" y="231152"/>
                </a:cubicBezTo>
                <a:lnTo>
                  <a:pt x="46882" y="246907"/>
                </a:lnTo>
                <a:cubicBezTo>
                  <a:pt x="43319" y="250088"/>
                  <a:pt x="37938" y="250088"/>
                  <a:pt x="34385" y="246907"/>
                </a:cubicBezTo>
                <a:cubicBezTo>
                  <a:pt x="31194" y="243344"/>
                  <a:pt x="31194" y="237963"/>
                  <a:pt x="34385" y="234410"/>
                </a:cubicBezTo>
                <a:lnTo>
                  <a:pt x="50511" y="218274"/>
                </a:lnTo>
                <a:cubicBezTo>
                  <a:pt x="51120" y="217693"/>
                  <a:pt x="51463" y="216874"/>
                  <a:pt x="51463" y="216027"/>
                </a:cubicBezTo>
                <a:cubicBezTo>
                  <a:pt x="51463" y="215179"/>
                  <a:pt x="51120" y="214369"/>
                  <a:pt x="50511" y="213779"/>
                </a:cubicBezTo>
                <a:lnTo>
                  <a:pt x="34385" y="196900"/>
                </a:lnTo>
                <a:moveTo>
                  <a:pt x="153142" y="156267"/>
                </a:moveTo>
                <a:cubicBezTo>
                  <a:pt x="151418" y="156267"/>
                  <a:pt x="150018" y="157667"/>
                  <a:pt x="150018" y="159400"/>
                </a:cubicBezTo>
                <a:lnTo>
                  <a:pt x="150018" y="290664"/>
                </a:lnTo>
                <a:cubicBezTo>
                  <a:pt x="150018" y="292388"/>
                  <a:pt x="151418" y="293789"/>
                  <a:pt x="153142" y="293789"/>
                </a:cubicBezTo>
                <a:lnTo>
                  <a:pt x="246907" y="293789"/>
                </a:lnTo>
                <a:cubicBezTo>
                  <a:pt x="272796" y="293789"/>
                  <a:pt x="293789" y="272796"/>
                  <a:pt x="293789" y="246907"/>
                </a:cubicBezTo>
                <a:lnTo>
                  <a:pt x="293789" y="159400"/>
                </a:lnTo>
                <a:cubicBezTo>
                  <a:pt x="293789" y="157667"/>
                  <a:pt x="292388" y="156267"/>
                  <a:pt x="290664" y="156267"/>
                </a:cubicBezTo>
                <a:lnTo>
                  <a:pt x="153142" y="156267"/>
                </a:lnTo>
                <a:moveTo>
                  <a:pt x="175021" y="203149"/>
                </a:moveTo>
                <a:cubicBezTo>
                  <a:pt x="175088" y="198005"/>
                  <a:pt x="179250" y="193843"/>
                  <a:pt x="184404" y="193776"/>
                </a:cubicBezTo>
                <a:lnTo>
                  <a:pt x="246907" y="193776"/>
                </a:lnTo>
                <a:cubicBezTo>
                  <a:pt x="252088" y="193776"/>
                  <a:pt x="256279" y="197977"/>
                  <a:pt x="256279" y="203149"/>
                </a:cubicBezTo>
                <a:cubicBezTo>
                  <a:pt x="256279" y="208330"/>
                  <a:pt x="252088" y="212531"/>
                  <a:pt x="246907" y="212531"/>
                </a:cubicBezTo>
                <a:lnTo>
                  <a:pt x="184404" y="212531"/>
                </a:lnTo>
                <a:cubicBezTo>
                  <a:pt x="179250" y="212464"/>
                  <a:pt x="175088" y="208302"/>
                  <a:pt x="175021" y="203149"/>
                </a:cubicBezTo>
                <a:moveTo>
                  <a:pt x="184404" y="231276"/>
                </a:moveTo>
                <a:lnTo>
                  <a:pt x="246907" y="231276"/>
                </a:lnTo>
                <a:cubicBezTo>
                  <a:pt x="252088" y="231276"/>
                  <a:pt x="256279" y="235477"/>
                  <a:pt x="256279" y="240658"/>
                </a:cubicBezTo>
                <a:cubicBezTo>
                  <a:pt x="256279" y="245830"/>
                  <a:pt x="252088" y="250031"/>
                  <a:pt x="246907" y="250031"/>
                </a:cubicBezTo>
                <a:lnTo>
                  <a:pt x="184404" y="250031"/>
                </a:lnTo>
                <a:cubicBezTo>
                  <a:pt x="179222" y="250031"/>
                  <a:pt x="175021" y="245830"/>
                  <a:pt x="175021" y="240658"/>
                </a:cubicBezTo>
                <a:cubicBezTo>
                  <a:pt x="175021" y="235477"/>
                  <a:pt x="179222" y="231276"/>
                  <a:pt x="184404" y="231276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7950422" y="3856020"/>
            <a:ext cx="294036" cy="292531"/>
          </a:xfrm>
          <a:custGeom>
            <a:rect b="b" l="l" r="r" t="t"/>
            <a:pathLst>
              <a:path extrusionOk="0" h="292531" w="294036">
                <a:moveTo>
                  <a:pt x="105136" y="269909"/>
                </a:moveTo>
                <a:cubicBezTo>
                  <a:pt x="105155" y="261356"/>
                  <a:pt x="100307" y="253545"/>
                  <a:pt x="92640" y="249783"/>
                </a:cubicBezTo>
                <a:cubicBezTo>
                  <a:pt x="88725" y="247811"/>
                  <a:pt x="86696" y="243401"/>
                  <a:pt x="87744" y="239153"/>
                </a:cubicBezTo>
                <a:cubicBezTo>
                  <a:pt x="88792" y="234905"/>
                  <a:pt x="92640" y="231952"/>
                  <a:pt x="97012" y="232029"/>
                </a:cubicBezTo>
                <a:lnTo>
                  <a:pt x="268528" y="232029"/>
                </a:lnTo>
                <a:lnTo>
                  <a:pt x="268528" y="110013"/>
                </a:lnTo>
                <a:cubicBezTo>
                  <a:pt x="268557" y="106689"/>
                  <a:pt x="267252" y="103498"/>
                  <a:pt x="264909" y="101136"/>
                </a:cubicBezTo>
                <a:lnTo>
                  <a:pt x="254279" y="90506"/>
                </a:lnTo>
                <a:cubicBezTo>
                  <a:pt x="267538" y="72751"/>
                  <a:pt x="268528" y="72504"/>
                  <a:pt x="268528" y="67379"/>
                </a:cubicBezTo>
                <a:lnTo>
                  <a:pt x="268528" y="36880"/>
                </a:lnTo>
                <a:cubicBezTo>
                  <a:pt x="268195" y="16649"/>
                  <a:pt x="251879" y="333"/>
                  <a:pt x="231657" y="0"/>
                </a:cubicBezTo>
                <a:lnTo>
                  <a:pt x="36880" y="0"/>
                </a:lnTo>
                <a:cubicBezTo>
                  <a:pt x="16411" y="342"/>
                  <a:pt x="0" y="17030"/>
                  <a:pt x="0" y="37499"/>
                </a:cubicBezTo>
                <a:lnTo>
                  <a:pt x="0" y="81133"/>
                </a:lnTo>
                <a:cubicBezTo>
                  <a:pt x="0" y="88039"/>
                  <a:pt x="5600" y="93630"/>
                  <a:pt x="12496" y="93630"/>
                </a:cubicBezTo>
                <a:cubicBezTo>
                  <a:pt x="19402" y="93630"/>
                  <a:pt x="25003" y="88039"/>
                  <a:pt x="25003" y="81133"/>
                </a:cubicBezTo>
                <a:lnTo>
                  <a:pt x="25003" y="36880"/>
                </a:lnTo>
                <a:cubicBezTo>
                  <a:pt x="25003" y="30318"/>
                  <a:pt x="30318" y="25003"/>
                  <a:pt x="36880" y="25003"/>
                </a:cubicBezTo>
                <a:cubicBezTo>
                  <a:pt x="43443" y="25003"/>
                  <a:pt x="48758" y="30318"/>
                  <a:pt x="48758" y="36880"/>
                </a:cubicBezTo>
                <a:lnTo>
                  <a:pt x="48758" y="140388"/>
                </a:lnTo>
                <a:cubicBezTo>
                  <a:pt x="48758" y="145894"/>
                  <a:pt x="50634" y="147142"/>
                  <a:pt x="63884" y="165392"/>
                </a:cubicBezTo>
                <a:cubicBezTo>
                  <a:pt x="50006" y="183775"/>
                  <a:pt x="48758" y="183775"/>
                  <a:pt x="48758" y="189147"/>
                </a:cubicBezTo>
                <a:lnTo>
                  <a:pt x="48758" y="256155"/>
                </a:lnTo>
                <a:cubicBezTo>
                  <a:pt x="48644" y="275329"/>
                  <a:pt x="63493" y="291274"/>
                  <a:pt x="82638" y="292531"/>
                </a:cubicBezTo>
                <a:cubicBezTo>
                  <a:pt x="95088" y="292465"/>
                  <a:pt x="105136" y="282359"/>
                  <a:pt x="105136" y="269909"/>
                </a:cubicBezTo>
                <a:moveTo>
                  <a:pt x="212655" y="149894"/>
                </a:moveTo>
                <a:lnTo>
                  <a:pt x="114642" y="149894"/>
                </a:lnTo>
                <a:cubicBezTo>
                  <a:pt x="109461" y="149894"/>
                  <a:pt x="105260" y="145694"/>
                  <a:pt x="105260" y="140512"/>
                </a:cubicBezTo>
                <a:cubicBezTo>
                  <a:pt x="105260" y="135340"/>
                  <a:pt x="109461" y="131140"/>
                  <a:pt x="114642" y="131140"/>
                </a:cubicBezTo>
                <a:lnTo>
                  <a:pt x="212655" y="131140"/>
                </a:lnTo>
                <a:cubicBezTo>
                  <a:pt x="217827" y="131140"/>
                  <a:pt x="222027" y="135340"/>
                  <a:pt x="222027" y="140512"/>
                </a:cubicBezTo>
                <a:cubicBezTo>
                  <a:pt x="222027" y="145694"/>
                  <a:pt x="217827" y="149894"/>
                  <a:pt x="212655" y="149894"/>
                </a:cubicBezTo>
                <a:moveTo>
                  <a:pt x="222027" y="183775"/>
                </a:moveTo>
                <a:cubicBezTo>
                  <a:pt x="221961" y="188918"/>
                  <a:pt x="217798" y="193081"/>
                  <a:pt x="212655" y="193147"/>
                </a:cubicBezTo>
                <a:lnTo>
                  <a:pt x="114642" y="193147"/>
                </a:lnTo>
                <a:cubicBezTo>
                  <a:pt x="109461" y="193147"/>
                  <a:pt x="105260" y="188947"/>
                  <a:pt x="105260" y="183775"/>
                </a:cubicBezTo>
                <a:cubicBezTo>
                  <a:pt x="105260" y="178593"/>
                  <a:pt x="109461" y="174393"/>
                  <a:pt x="114642" y="174393"/>
                </a:cubicBezTo>
                <a:lnTo>
                  <a:pt x="212655" y="174393"/>
                </a:lnTo>
                <a:cubicBezTo>
                  <a:pt x="217798" y="174459"/>
                  <a:pt x="221961" y="178622"/>
                  <a:pt x="222027" y="183775"/>
                </a:cubicBezTo>
                <a:moveTo>
                  <a:pt x="212655" y="106384"/>
                </a:moveTo>
                <a:lnTo>
                  <a:pt x="114642" y="106384"/>
                </a:lnTo>
                <a:cubicBezTo>
                  <a:pt x="109461" y="106384"/>
                  <a:pt x="105260" y="102184"/>
                  <a:pt x="105260" y="97012"/>
                </a:cubicBezTo>
                <a:cubicBezTo>
                  <a:pt x="105260" y="91830"/>
                  <a:pt x="109461" y="87629"/>
                  <a:pt x="114642" y="87629"/>
                </a:cubicBezTo>
                <a:lnTo>
                  <a:pt x="212655" y="87629"/>
                </a:lnTo>
                <a:cubicBezTo>
                  <a:pt x="217827" y="87629"/>
                  <a:pt x="222027" y="91830"/>
                  <a:pt x="222027" y="97012"/>
                </a:cubicBezTo>
                <a:cubicBezTo>
                  <a:pt x="222027" y="102184"/>
                  <a:pt x="217827" y="106384"/>
                  <a:pt x="212655" y="106384"/>
                </a:cubicBezTo>
                <a:moveTo>
                  <a:pt x="105260" y="53006"/>
                </a:moveTo>
                <a:cubicBezTo>
                  <a:pt x="105260" y="47825"/>
                  <a:pt x="109461" y="43624"/>
                  <a:pt x="114642" y="43624"/>
                </a:cubicBezTo>
                <a:lnTo>
                  <a:pt x="128263" y="43624"/>
                </a:lnTo>
                <a:cubicBezTo>
                  <a:pt x="133445" y="43624"/>
                  <a:pt x="137645" y="47825"/>
                  <a:pt x="137645" y="53006"/>
                </a:cubicBezTo>
                <a:cubicBezTo>
                  <a:pt x="137645" y="58178"/>
                  <a:pt x="133445" y="62379"/>
                  <a:pt x="128263" y="62379"/>
                </a:cubicBezTo>
                <a:lnTo>
                  <a:pt x="114642" y="62379"/>
                </a:lnTo>
                <a:cubicBezTo>
                  <a:pt x="112137" y="62417"/>
                  <a:pt x="109737" y="61436"/>
                  <a:pt x="107975" y="59674"/>
                </a:cubicBezTo>
                <a:cubicBezTo>
                  <a:pt x="106203" y="57902"/>
                  <a:pt x="105232" y="55502"/>
                  <a:pt x="105260" y="53006"/>
                </a:cubicBezTo>
                <a:moveTo>
                  <a:pt x="212655" y="62379"/>
                </a:moveTo>
                <a:lnTo>
                  <a:pt x="173393" y="62379"/>
                </a:lnTo>
                <a:cubicBezTo>
                  <a:pt x="168221" y="62379"/>
                  <a:pt x="164020" y="58178"/>
                  <a:pt x="164020" y="53006"/>
                </a:cubicBezTo>
                <a:cubicBezTo>
                  <a:pt x="164020" y="47825"/>
                  <a:pt x="168221" y="43624"/>
                  <a:pt x="173393" y="43624"/>
                </a:cubicBezTo>
                <a:lnTo>
                  <a:pt x="212655" y="43624"/>
                </a:lnTo>
                <a:cubicBezTo>
                  <a:pt x="217827" y="43624"/>
                  <a:pt x="222027" y="47825"/>
                  <a:pt x="222027" y="53006"/>
                </a:cubicBezTo>
                <a:cubicBezTo>
                  <a:pt x="222027" y="58178"/>
                  <a:pt x="217827" y="62379"/>
                  <a:pt x="212655" y="62379"/>
                </a:cubicBezTo>
                <a:moveTo>
                  <a:pt x="273157" y="250774"/>
                </a:moveTo>
                <a:lnTo>
                  <a:pt x="119138" y="250774"/>
                </a:lnTo>
                <a:cubicBezTo>
                  <a:pt x="126072" y="264032"/>
                  <a:pt x="125301" y="279996"/>
                  <a:pt x="117138" y="292531"/>
                </a:cubicBezTo>
                <a:lnTo>
                  <a:pt x="273157" y="292531"/>
                </a:lnTo>
                <a:cubicBezTo>
                  <a:pt x="284692" y="292531"/>
                  <a:pt x="294036" y="283187"/>
                  <a:pt x="294036" y="271652"/>
                </a:cubicBezTo>
                <a:cubicBezTo>
                  <a:pt x="294036" y="260127"/>
                  <a:pt x="284692" y="250783"/>
                  <a:pt x="273157" y="250774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p20"/>
          <p:cNvGrpSpPr/>
          <p:nvPr/>
        </p:nvGrpSpPr>
        <p:grpSpPr>
          <a:xfrm>
            <a:off x="777478" y="691158"/>
            <a:ext cx="7439025" cy="800100"/>
            <a:chOff x="852487" y="371475"/>
            <a:chExt cx="7439025" cy="800100"/>
          </a:xfrm>
        </p:grpSpPr>
        <p:sp>
          <p:nvSpPr>
            <p:cNvPr id="319" name="Google Shape;319;p20"/>
            <p:cNvSpPr txBox="1"/>
            <p:nvPr/>
          </p:nvSpPr>
          <p:spPr>
            <a:xfrm>
              <a:off x="852487" y="371475"/>
              <a:ext cx="74390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00" u="none" cap="none" strike="noStrike">
                  <a:solidFill>
                    <a:srgbClr val="384F6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Day of the Week Finder Development</a:t>
              </a:r>
              <a:endParaRPr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852487" y="771525"/>
              <a:ext cx="74390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00" u="none" cap="none" strike="noStrike">
                  <a:solidFill>
                    <a:srgbClr val="384F6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Status</a:t>
              </a:r>
              <a:endParaRPr/>
            </a:p>
          </p:txBody>
        </p:sp>
      </p:grpSp>
      <p:sp>
        <p:nvSpPr>
          <p:cNvPr id="321" name="Google Shape;321;p20"/>
          <p:cNvSpPr txBox="1"/>
          <p:nvPr/>
        </p:nvSpPr>
        <p:spPr>
          <a:xfrm>
            <a:off x="1515666" y="2839636"/>
            <a:ext cx="151447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Text-based Utility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5116116" y="2839636"/>
            <a:ext cx="164782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Graphical Interface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1515666" y="3889767"/>
            <a:ext cx="1590675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Core Functionality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5116116" y="3889767"/>
            <a:ext cx="1504950" cy="225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84F61"/>
                </a:solidFill>
                <a:latin typeface="Georgia"/>
                <a:ea typeface="Georgia"/>
                <a:cs typeface="Georgia"/>
                <a:sym typeface="Georgia"/>
              </a:rPr>
              <a:t>Enriched Content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